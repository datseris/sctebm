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388" r:id="rId2"/>
    <p:sldId id="389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757E"/>
    <a:srgbClr val="8B9671"/>
    <a:srgbClr val="DFE5E9"/>
    <a:srgbClr val="C6D1D9"/>
    <a:srgbClr val="FFFFFF"/>
    <a:srgbClr val="C9E0FF"/>
    <a:srgbClr val="B63B50"/>
    <a:srgbClr val="7B6270"/>
    <a:srgbClr val="171A2F"/>
    <a:srgbClr val="8B8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DC9BD-EB91-432F-BF4D-55F6A0DD0ECA}" v="5" dt="2026-02-10T11:19:43.2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41" autoAdjust="0"/>
    <p:restoredTop sz="85021" autoAdjust="0"/>
  </p:normalViewPr>
  <p:slideViewPr>
    <p:cSldViewPr snapToGrid="0">
      <p:cViewPr>
        <p:scale>
          <a:sx n="75" d="100"/>
          <a:sy n="75" d="100"/>
        </p:scale>
        <p:origin x="638" y="367"/>
      </p:cViewPr>
      <p:guideLst/>
    </p:cSldViewPr>
  </p:slideViewPr>
  <p:outlineViewPr>
    <p:cViewPr>
      <p:scale>
        <a:sx n="33" d="100"/>
        <a:sy n="33" d="100"/>
      </p:scale>
      <p:origin x="0" y="-3126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tseris, George" userId="0e929467-a486-4dd6-aadf-a47fca854b85" providerId="ADAL" clId="{BE87BF0D-1CC9-45F0-ADDE-B7461A9FEE02}"/>
    <pc:docChg chg="addSld modSld">
      <pc:chgData name="Datseris, George" userId="0e929467-a486-4dd6-aadf-a47fca854b85" providerId="ADAL" clId="{BE87BF0D-1CC9-45F0-ADDE-B7461A9FEE02}" dt="2026-02-10T11:19:52.646" v="29" actId="1076"/>
      <pc:docMkLst>
        <pc:docMk/>
      </pc:docMkLst>
      <pc:sldChg chg="addSp delSp modSp add mod modAnim">
        <pc:chgData name="Datseris, George" userId="0e929467-a486-4dd6-aadf-a47fca854b85" providerId="ADAL" clId="{BE87BF0D-1CC9-45F0-ADDE-B7461A9FEE02}" dt="2026-02-10T11:19:52.646" v="29" actId="1076"/>
        <pc:sldMkLst>
          <pc:docMk/>
          <pc:sldMk cId="708083665" sldId="389"/>
        </pc:sldMkLst>
        <pc:spChg chg="add mod">
          <ac:chgData name="Datseris, George" userId="0e929467-a486-4dd6-aadf-a47fca854b85" providerId="ADAL" clId="{BE87BF0D-1CC9-45F0-ADDE-B7461A9FEE02}" dt="2026-02-10T11:19:27.880" v="23" actId="1038"/>
          <ac:spMkLst>
            <pc:docMk/>
            <pc:sldMk cId="708083665" sldId="389"/>
            <ac:spMk id="12" creationId="{8F47984B-0D08-3745-FCB9-E26A75E0363E}"/>
          </ac:spMkLst>
        </pc:spChg>
        <pc:spChg chg="mod">
          <ac:chgData name="Datseris, George" userId="0e929467-a486-4dd6-aadf-a47fca854b85" providerId="ADAL" clId="{BE87BF0D-1CC9-45F0-ADDE-B7461A9FEE02}" dt="2026-02-10T11:19:43.265" v="27" actId="165"/>
          <ac:spMkLst>
            <pc:docMk/>
            <pc:sldMk cId="708083665" sldId="389"/>
            <ac:spMk id="191" creationId="{1F7AFEC2-66C9-669F-24BA-07B278EF87D9}"/>
          </ac:spMkLst>
        </pc:spChg>
        <pc:spChg chg="mod">
          <ac:chgData name="Datseris, George" userId="0e929467-a486-4dd6-aadf-a47fca854b85" providerId="ADAL" clId="{BE87BF0D-1CC9-45F0-ADDE-B7461A9FEE02}" dt="2026-02-10T11:19:43.265" v="27" actId="165"/>
          <ac:spMkLst>
            <pc:docMk/>
            <pc:sldMk cId="708083665" sldId="389"/>
            <ac:spMk id="192" creationId="{B0CFCDB9-6613-5CE6-A05C-EBC35ADE3CCD}"/>
          </ac:spMkLst>
        </pc:spChg>
        <pc:spChg chg="mod topLvl">
          <ac:chgData name="Datseris, George" userId="0e929467-a486-4dd6-aadf-a47fca854b85" providerId="ADAL" clId="{BE87BF0D-1CC9-45F0-ADDE-B7461A9FEE02}" dt="2026-02-10T11:19:52.646" v="29" actId="1076"/>
          <ac:spMkLst>
            <pc:docMk/>
            <pc:sldMk cId="708083665" sldId="389"/>
            <ac:spMk id="203" creationId="{6BD49967-DB18-06B9-EAA5-0DE3E1D06824}"/>
          </ac:spMkLst>
        </pc:spChg>
        <pc:grpChg chg="del">
          <ac:chgData name="Datseris, George" userId="0e929467-a486-4dd6-aadf-a47fca854b85" providerId="ADAL" clId="{BE87BF0D-1CC9-45F0-ADDE-B7461A9FEE02}" dt="2026-02-10T11:19:43.265" v="27" actId="165"/>
          <ac:grpSpMkLst>
            <pc:docMk/>
            <pc:sldMk cId="708083665" sldId="389"/>
            <ac:grpSpMk id="34" creationId="{71CCD762-4E74-68D8-C92B-44E546A59259}"/>
          </ac:grpSpMkLst>
        </pc:grpChg>
        <pc:grpChg chg="mod topLvl">
          <ac:chgData name="Datseris, George" userId="0e929467-a486-4dd6-aadf-a47fca854b85" providerId="ADAL" clId="{BE87BF0D-1CC9-45F0-ADDE-B7461A9FEE02}" dt="2026-02-10T11:19:43.265" v="27" actId="165"/>
          <ac:grpSpMkLst>
            <pc:docMk/>
            <pc:sldMk cId="708083665" sldId="389"/>
            <ac:grpSpMk id="189" creationId="{8DE13238-B2BD-9038-7797-8F05F44C2F09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AD7F3-74D1-4CDB-B72F-3E9853A616E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280A0-AB0D-446E-9E4B-74FB64831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76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am searching for more equations for the cloud fraction, because it is not clear whether the equation that Bretherton and </a:t>
            </a:r>
            <a:r>
              <a:rPr lang="en-GB" dirty="0" err="1"/>
              <a:t>Wyant</a:t>
            </a:r>
            <a:r>
              <a:rPr lang="en-GB" dirty="0"/>
              <a:t> provide is correct…</a:t>
            </a:r>
          </a:p>
          <a:p>
            <a:endParaRPr lang="en-GB" dirty="0"/>
          </a:p>
          <a:p>
            <a:r>
              <a:rPr lang="en-GB" dirty="0"/>
              <a:t>Tuneable parameters are: </a:t>
            </a:r>
            <a:r>
              <a:rPr lang="en-GB" sz="1200" dirty="0">
                <a:latin typeface="+mn-lt"/>
              </a:rPr>
              <a:t>entrainment efficiency, clouds emissivity, cloud relaxation timescale and drag coefficient. Adding more feedbacks to the system adds to the </a:t>
            </a:r>
            <a:r>
              <a:rPr lang="en-GB" sz="1200" dirty="0" err="1">
                <a:latin typeface="+mn-lt"/>
              </a:rPr>
              <a:t>tunable</a:t>
            </a:r>
            <a:r>
              <a:rPr lang="en-GB" sz="1200" dirty="0">
                <a:latin typeface="+mn-lt"/>
              </a:rPr>
              <a:t> parameters the cloud mass influx velocity and clearing of the temperature inversion.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280A0-AB0D-446E-9E4B-74FB648314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51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9F38-9D56-FB03-16E8-98D11709D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938FC-C5D0-5C80-5BE7-493D636AF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C2062-EAB3-327D-9AB1-9C3C9ED01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am searching for more equations for the cloud fraction, because it is not clear whether the equation that Bretherton and </a:t>
            </a:r>
            <a:r>
              <a:rPr lang="en-GB" dirty="0" err="1"/>
              <a:t>Wyant</a:t>
            </a:r>
            <a:r>
              <a:rPr lang="en-GB" dirty="0"/>
              <a:t> provide is correct…</a:t>
            </a:r>
          </a:p>
          <a:p>
            <a:endParaRPr lang="en-GB" dirty="0"/>
          </a:p>
          <a:p>
            <a:r>
              <a:rPr lang="en-GB" dirty="0"/>
              <a:t>Tuneable parameters are: </a:t>
            </a:r>
            <a:r>
              <a:rPr lang="en-GB" sz="1200" dirty="0">
                <a:latin typeface="+mn-lt"/>
              </a:rPr>
              <a:t>entrainment efficiency, clouds emissivity, cloud relaxation timescale and drag coefficient. Adding more feedbacks to the system adds to the </a:t>
            </a:r>
            <a:r>
              <a:rPr lang="en-GB" sz="1200" dirty="0" err="1">
                <a:latin typeface="+mn-lt"/>
              </a:rPr>
              <a:t>tunable</a:t>
            </a:r>
            <a:r>
              <a:rPr lang="en-GB" sz="1200" dirty="0">
                <a:latin typeface="+mn-lt"/>
              </a:rPr>
              <a:t> parameters the cloud mass influx velocity and clearing of the temperature inversion.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3809A-67F3-0BB8-F386-E644072E8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280A0-AB0D-446E-9E4B-74FB648314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71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Subtitle - Light">
    <p:bg>
      <p:bgPr>
        <a:solidFill>
          <a:schemeClr val="accen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33" y="3440900"/>
            <a:ext cx="12192000" cy="341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3"/>
          <p:cNvSpPr/>
          <p:nvPr/>
        </p:nvSpPr>
        <p:spPr>
          <a:xfrm>
            <a:off x="883133" y="2830500"/>
            <a:ext cx="10425600" cy="1196800"/>
          </a:xfrm>
          <a:prstGeom prst="rect">
            <a:avLst/>
          </a:prstGeom>
          <a:noFill/>
          <a:ln w="9525" cap="flat" cmpd="sng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914400" y="2862151"/>
            <a:ext cx="10363200" cy="1133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914400" y="4196813"/>
            <a:ext cx="103632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None/>
              <a:defRPr sz="2400" i="1">
                <a:solidFill>
                  <a:schemeClr val="accent2">
                    <a:lumMod val="20000"/>
                    <a:lumOff val="8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None/>
              <a:defRPr sz="2400" i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None/>
              <a:defRPr sz="2400" i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erriweather"/>
              <a:buNone/>
              <a:defRPr i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erriweather"/>
              <a:buNone/>
              <a:defRPr i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erriweather"/>
              <a:buNone/>
              <a:defRPr i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erriweather"/>
              <a:buNone/>
              <a:defRPr i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erriweather"/>
              <a:buNone/>
              <a:defRPr i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erriweather"/>
              <a:buNone/>
              <a:defRPr i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0542084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Quote - Light">
    <p:bg>
      <p:bgPr>
        <a:solidFill>
          <a:schemeClr val="tx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12192000" cy="21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4"/>
          <p:cNvSpPr/>
          <p:nvPr/>
        </p:nvSpPr>
        <p:spPr>
          <a:xfrm>
            <a:off x="5449967" y="1529649"/>
            <a:ext cx="1292400" cy="1292400"/>
          </a:xfrm>
          <a:prstGeom prst="rect">
            <a:avLst/>
          </a:prstGeom>
          <a:noFill/>
          <a:ln w="9525" cap="flat" cmpd="sng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4"/>
          <p:cNvSpPr/>
          <p:nvPr/>
        </p:nvSpPr>
        <p:spPr>
          <a:xfrm>
            <a:off x="5514600" y="1610731"/>
            <a:ext cx="1162800" cy="113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 hasCustomPrompt="1"/>
          </p:nvPr>
        </p:nvSpPr>
        <p:spPr>
          <a:xfrm>
            <a:off x="2090800" y="3085600"/>
            <a:ext cx="80104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52396" lvl="0" indent="0" algn="ctr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erriweather"/>
              <a:buNone/>
              <a:defRPr i="1">
                <a:solidFill>
                  <a:schemeClr val="accent2">
                    <a:lumMod val="20000"/>
                    <a:lumOff val="8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1219170" lvl="1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○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828754" lvl="2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■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2438339" lvl="3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●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3047924" lvl="4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○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3657509" lvl="5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■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4267093" lvl="6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●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4876678" lvl="7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○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5486263" lvl="8" indent="-50798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■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lvl="0"/>
            <a:r>
              <a:rPr lang="en-US" dirty="0"/>
              <a:t>Enter section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F8B50-E4B3-4FB0-AE96-F9CCE2916E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5000" y="1448331"/>
            <a:ext cx="1292400" cy="1292400"/>
          </a:xfrm>
          <a:noFill/>
        </p:spPr>
        <p:txBody>
          <a:bodyPr anchor="ctr"/>
          <a:lstStyle>
            <a:lvl1pPr marL="114300" indent="0" algn="ctr">
              <a:buNone/>
              <a:defRPr sz="7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163418652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 preserve="1">
  <p:cSld name="Main - Medium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133" y="0"/>
            <a:ext cx="12192000" cy="7433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" name="Google Shape;28;p5"/>
          <p:cNvSpPr/>
          <p:nvPr/>
        </p:nvSpPr>
        <p:spPr>
          <a:xfrm>
            <a:off x="1691840" y="371675"/>
            <a:ext cx="8808520" cy="7292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743744" y="417726"/>
            <a:ext cx="8704512" cy="6372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 hasCustomPrompt="1"/>
          </p:nvPr>
        </p:nvSpPr>
        <p:spPr>
          <a:xfrm>
            <a:off x="228600" y="1222704"/>
            <a:ext cx="11734800" cy="52693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49263" lvl="0" indent="-296863">
              <a:spcBef>
                <a:spcPts val="800"/>
              </a:spcBef>
              <a:spcAft>
                <a:spcPts val="0"/>
              </a:spcAft>
              <a:buSzPts val="1800"/>
              <a:buChar char="◉"/>
              <a:defRPr>
                <a:solidFill>
                  <a:schemeClr val="tx1"/>
                </a:solidFill>
              </a:defRPr>
            </a:lvl1pPr>
            <a:lvl2pPr marL="715963" lvl="1" indent="-266700">
              <a:spcBef>
                <a:spcPts val="600"/>
              </a:spcBef>
              <a:spcAft>
                <a:spcPts val="0"/>
              </a:spcAft>
              <a:buSzPts val="2400"/>
              <a:buChar char="○"/>
              <a:defRPr sz="2000"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Edit subpoint text styles</a:t>
            </a:r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5730200" y="6454400"/>
            <a:ext cx="731600" cy="4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3F938E3-DD55-41FB-8A55-051222BEE8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95689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 userDrawn="1">
  <p:cSld name="Blank - Acc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133" y="1"/>
            <a:ext cx="12192000" cy="101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5730200" y="6454400"/>
            <a:ext cx="731600" cy="4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3F938E3-DD55-41FB-8A55-051222BEE8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94827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ight" type="blank" preserve="1">
  <p:cSld name="Blank - Dark">
    <p:bg>
      <p:bgPr>
        <a:solidFill>
          <a:schemeClr val="tx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/>
        </p:nvSpPr>
        <p:spPr>
          <a:xfrm>
            <a:off x="430400" y="438000"/>
            <a:ext cx="11331200" cy="59820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" name="Google Shape;58;p10"/>
          <p:cNvSpPr/>
          <p:nvPr/>
        </p:nvSpPr>
        <p:spPr>
          <a:xfrm>
            <a:off x="514059" y="519300"/>
            <a:ext cx="11164000" cy="5819600"/>
          </a:xfrm>
          <a:prstGeom prst="rect">
            <a:avLst/>
          </a:prstGeom>
          <a:noFill/>
          <a:ln w="28575" cap="flat" cmpd="sng">
            <a:solidFill>
              <a:schemeClr val="accent2">
                <a:lumMod val="40000"/>
                <a:lumOff val="60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5730200" y="6352999"/>
            <a:ext cx="731600" cy="4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3F938E3-DD55-41FB-8A55-051222BEE8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75677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13733" y="742400"/>
            <a:ext cx="7364800" cy="63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793467"/>
            <a:ext cx="10972800" cy="47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◉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○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■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●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○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■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●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○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■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5730200" y="6352999"/>
            <a:ext cx="731600" cy="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467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buNone/>
              <a:defRPr sz="1467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buNone/>
              <a:defRPr sz="1467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buNone/>
              <a:defRPr sz="1467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buNone/>
              <a:defRPr sz="1467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buNone/>
              <a:defRPr sz="1467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buNone/>
              <a:defRPr sz="1467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buNone/>
              <a:defRPr sz="1467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buNone/>
              <a:defRPr sz="1467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fld id="{03F938E3-DD55-41FB-8A55-051222BEE8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856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91" r:id="rId2"/>
    <p:sldLayoutId id="2147483686" r:id="rId3"/>
    <p:sldLayoutId id="2147483692" r:id="rId4"/>
    <p:sldLayoutId id="2147483689" r:id="rId5"/>
  </p:sldLayoutIdLst>
  <p:transition>
    <p:wip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9" Type="http://schemas.openxmlformats.org/officeDocument/2006/relationships/image" Target="../media/image79.png"/><Relationship Id="rId42" Type="http://schemas.openxmlformats.org/officeDocument/2006/relationships/image" Target="../media/image22.png"/><Relationship Id="rId47" Type="http://schemas.openxmlformats.org/officeDocument/2006/relationships/image" Target="../media/image7.png"/><Relationship Id="rId50" Type="http://schemas.openxmlformats.org/officeDocument/2006/relationships/image" Target="../media/image9.svg"/><Relationship Id="rId68" Type="http://schemas.openxmlformats.org/officeDocument/2006/relationships/image" Target="../media/image15.svg"/><Relationship Id="rId84" Type="http://schemas.openxmlformats.org/officeDocument/2006/relationships/image" Target="../media/image20.png"/><Relationship Id="rId7" Type="http://schemas.openxmlformats.org/officeDocument/2006/relationships/image" Target="../media/image510.png"/><Relationship Id="rId46" Type="http://schemas.openxmlformats.org/officeDocument/2006/relationships/image" Target="../media/image6.png"/><Relationship Id="rId6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41" Type="http://schemas.openxmlformats.org/officeDocument/2006/relationships/image" Target="../media/image56.png"/><Relationship Id="rId70" Type="http://schemas.microsoft.com/office/2007/relationships/hdphoto" Target="../media/hdphoto2.wdp"/><Relationship Id="rId83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0" Type="http://schemas.openxmlformats.org/officeDocument/2006/relationships/image" Target="../media/image69.png"/><Relationship Id="rId45" Type="http://schemas.openxmlformats.org/officeDocument/2006/relationships/image" Target="../media/image5.svg"/><Relationship Id="rId53" Type="http://schemas.openxmlformats.org/officeDocument/2006/relationships/image" Target="../media/image12.png"/><Relationship Id="rId66" Type="http://schemas.openxmlformats.org/officeDocument/2006/relationships/image" Target="../media/image13.png"/><Relationship Id="rId79" Type="http://schemas.openxmlformats.org/officeDocument/2006/relationships/image" Target="../media/image150.png"/><Relationship Id="rId87" Type="http://schemas.openxmlformats.org/officeDocument/2006/relationships/image" Target="../media/image24.svg"/><Relationship Id="rId5" Type="http://schemas.openxmlformats.org/officeDocument/2006/relationships/image" Target="../media/image2.png"/><Relationship Id="rId15" Type="http://schemas.openxmlformats.org/officeDocument/2006/relationships/image" Target="../media/image591.png"/><Relationship Id="rId49" Type="http://schemas.openxmlformats.org/officeDocument/2006/relationships/image" Target="../media/image8.png"/><Relationship Id="rId82" Type="http://schemas.openxmlformats.org/officeDocument/2006/relationships/image" Target="../media/image18.png"/><Relationship Id="rId44" Type="http://schemas.openxmlformats.org/officeDocument/2006/relationships/image" Target="../media/image4.png"/><Relationship Id="rId52" Type="http://schemas.openxmlformats.org/officeDocument/2006/relationships/image" Target="../media/image11.svg"/><Relationship Id="rId65" Type="http://schemas.openxmlformats.org/officeDocument/2006/relationships/image" Target="../media/image75.png"/><Relationship Id="rId78" Type="http://schemas.openxmlformats.org/officeDocument/2006/relationships/image" Target="../media/image71.png"/><Relationship Id="rId81" Type="http://schemas.openxmlformats.org/officeDocument/2006/relationships/image" Target="../media/image17.png"/><Relationship Id="rId86" Type="http://schemas.openxmlformats.org/officeDocument/2006/relationships/image" Target="../media/image23.png"/><Relationship Id="rId4" Type="http://schemas.microsoft.com/office/2007/relationships/hdphoto" Target="../media/hdphoto1.wdp"/><Relationship Id="rId43" Type="http://schemas.openxmlformats.org/officeDocument/2006/relationships/image" Target="../media/image3.png"/><Relationship Id="rId9" Type="http://schemas.openxmlformats.org/officeDocument/2006/relationships/image" Target="../media/image530.png"/><Relationship Id="rId48" Type="http://schemas.openxmlformats.org/officeDocument/2006/relationships/image" Target="../media/image40.png"/><Relationship Id="rId69" Type="http://schemas.openxmlformats.org/officeDocument/2006/relationships/image" Target="../media/image16.png"/><Relationship Id="rId8" Type="http://schemas.openxmlformats.org/officeDocument/2006/relationships/image" Target="../media/image520.png"/><Relationship Id="rId51" Type="http://schemas.openxmlformats.org/officeDocument/2006/relationships/image" Target="../media/image10.png"/><Relationship Id="rId80" Type="http://schemas.openxmlformats.org/officeDocument/2006/relationships/image" Target="../media/image160.png"/><Relationship Id="rId85" Type="http://schemas.openxmlformats.org/officeDocument/2006/relationships/image" Target="../media/image21.png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image" Target="../media/image36.png"/><Relationship Id="rId26" Type="http://schemas.openxmlformats.org/officeDocument/2006/relationships/image" Target="../media/image41.png"/><Relationship Id="rId39" Type="http://schemas.openxmlformats.org/officeDocument/2006/relationships/image" Target="../media/image23.png"/><Relationship Id="rId21" Type="http://schemas.openxmlformats.org/officeDocument/2006/relationships/image" Target="../media/image9.svg"/><Relationship Id="rId34" Type="http://schemas.openxmlformats.org/officeDocument/2006/relationships/image" Target="../media/image4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4.png"/><Relationship Id="rId20" Type="http://schemas.openxmlformats.org/officeDocument/2006/relationships/image" Target="../media/image8.png"/><Relationship Id="rId29" Type="http://schemas.openxmlformats.org/officeDocument/2006/relationships/image" Target="../media/image16.png"/><Relationship Id="rId41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38.png"/><Relationship Id="rId32" Type="http://schemas.openxmlformats.org/officeDocument/2006/relationships/image" Target="../media/image43.png"/><Relationship Id="rId37" Type="http://schemas.openxmlformats.org/officeDocument/2006/relationships/image" Target="../media/image48.png"/><Relationship Id="rId40" Type="http://schemas.openxmlformats.org/officeDocument/2006/relationships/image" Target="../media/image24.svg"/><Relationship Id="rId5" Type="http://schemas.openxmlformats.org/officeDocument/2006/relationships/image" Target="../media/image25.png"/><Relationship Id="rId15" Type="http://schemas.openxmlformats.org/officeDocument/2006/relationships/image" Target="../media/image5.svg"/><Relationship Id="rId23" Type="http://schemas.openxmlformats.org/officeDocument/2006/relationships/image" Target="../media/image11.svg"/><Relationship Id="rId28" Type="http://schemas.openxmlformats.org/officeDocument/2006/relationships/image" Target="../media/image15.svg"/><Relationship Id="rId36" Type="http://schemas.openxmlformats.org/officeDocument/2006/relationships/image" Target="../media/image47.png"/><Relationship Id="rId10" Type="http://schemas.openxmlformats.org/officeDocument/2006/relationships/image" Target="../media/image30.png"/><Relationship Id="rId19" Type="http://schemas.openxmlformats.org/officeDocument/2006/relationships/image" Target="../media/image37.png"/><Relationship Id="rId31" Type="http://schemas.openxmlformats.org/officeDocument/2006/relationships/image" Target="../media/image42.png"/><Relationship Id="rId4" Type="http://schemas.microsoft.com/office/2007/relationships/hdphoto" Target="../media/hdphoto1.wdp"/><Relationship Id="rId9" Type="http://schemas.openxmlformats.org/officeDocument/2006/relationships/image" Target="../media/image29.png"/><Relationship Id="rId14" Type="http://schemas.openxmlformats.org/officeDocument/2006/relationships/image" Target="../media/image4.png"/><Relationship Id="rId22" Type="http://schemas.openxmlformats.org/officeDocument/2006/relationships/image" Target="../media/image10.png"/><Relationship Id="rId27" Type="http://schemas.openxmlformats.org/officeDocument/2006/relationships/image" Target="../media/image14.png"/><Relationship Id="rId30" Type="http://schemas.microsoft.com/office/2007/relationships/hdphoto" Target="../media/hdphoto2.wdp"/><Relationship Id="rId35" Type="http://schemas.openxmlformats.org/officeDocument/2006/relationships/image" Target="../media/image46.png"/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12" Type="http://schemas.openxmlformats.org/officeDocument/2006/relationships/image" Target="../media/image32.png"/><Relationship Id="rId17" Type="http://schemas.openxmlformats.org/officeDocument/2006/relationships/image" Target="../media/image35.png"/><Relationship Id="rId25" Type="http://schemas.openxmlformats.org/officeDocument/2006/relationships/image" Target="../media/image39.png"/><Relationship Id="rId33" Type="http://schemas.openxmlformats.org/officeDocument/2006/relationships/image" Target="../media/image44.png"/><Relationship Id="rId38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Boundary layer">
            <a:extLst>
              <a:ext uri="{FF2B5EF4-FFF2-40B4-BE49-F238E27FC236}">
                <a16:creationId xmlns:a16="http://schemas.microsoft.com/office/drawing/2014/main" id="{0676485E-AEA8-A478-7ED0-C5FE498ECAA9}"/>
              </a:ext>
            </a:extLst>
          </p:cNvPr>
          <p:cNvGrpSpPr/>
          <p:nvPr/>
        </p:nvGrpSpPr>
        <p:grpSpPr>
          <a:xfrm>
            <a:off x="-2838" y="2634573"/>
            <a:ext cx="7624387" cy="1927266"/>
            <a:chOff x="521818" y="3295359"/>
            <a:chExt cx="8392188" cy="192726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F25347A-2A71-4F93-C792-1BBA768342C1}"/>
                </a:ext>
              </a:extLst>
            </p:cNvPr>
            <p:cNvSpPr/>
            <p:nvPr/>
          </p:nvSpPr>
          <p:spPr>
            <a:xfrm>
              <a:off x="724637" y="3435978"/>
              <a:ext cx="8164655" cy="17866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E7163FA-1098-2648-BCB1-9FD2FAAC2DA5}"/>
                </a:ext>
              </a:extLst>
            </p:cNvPr>
            <p:cNvSpPr/>
            <p:nvPr/>
          </p:nvSpPr>
          <p:spPr>
            <a:xfrm>
              <a:off x="7437273" y="3301058"/>
              <a:ext cx="1452019" cy="1512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86996CE-371A-EB86-A55C-5D57EE5C57D2}"/>
                </a:ext>
              </a:extLst>
            </p:cNvPr>
            <p:cNvGrpSpPr/>
            <p:nvPr/>
          </p:nvGrpSpPr>
          <p:grpSpPr>
            <a:xfrm>
              <a:off x="521818" y="3311856"/>
              <a:ext cx="8392188" cy="811229"/>
              <a:chOff x="979424" y="2315826"/>
              <a:chExt cx="6369792" cy="811229"/>
            </a:xfrm>
          </p:grpSpPr>
          <p:pic>
            <p:nvPicPr>
              <p:cNvPr id="8" name="Picture 7" descr="A white cloud in the sky">
                <a:extLst>
                  <a:ext uri="{FF2B5EF4-FFF2-40B4-BE49-F238E27FC236}">
                    <a16:creationId xmlns:a16="http://schemas.microsoft.com/office/drawing/2014/main" id="{0A65B968-1B9F-4FA8-EAF2-10BB0CB981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>
                <a:off x="979424" y="2339987"/>
                <a:ext cx="5057127" cy="784841"/>
              </a:xfrm>
              <a:prstGeom prst="rect">
                <a:avLst/>
              </a:prstGeom>
            </p:spPr>
          </p:pic>
          <p:pic>
            <p:nvPicPr>
              <p:cNvPr id="47" name="Picture 46" descr="A white cloud in the sky">
                <a:extLst>
                  <a:ext uri="{FF2B5EF4-FFF2-40B4-BE49-F238E27FC236}">
                    <a16:creationId xmlns:a16="http://schemas.microsoft.com/office/drawing/2014/main" id="{FD14F064-ADF5-CF76-DB2D-57C5721577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 flipH="1">
                <a:off x="3455754" y="2323369"/>
                <a:ext cx="1639910" cy="784841"/>
              </a:xfrm>
              <a:prstGeom prst="rect">
                <a:avLst/>
              </a:prstGeom>
            </p:spPr>
          </p:pic>
          <p:pic>
            <p:nvPicPr>
              <p:cNvPr id="48" name="Picture 47" descr="A white cloud in the sky">
                <a:extLst>
                  <a:ext uri="{FF2B5EF4-FFF2-40B4-BE49-F238E27FC236}">
                    <a16:creationId xmlns:a16="http://schemas.microsoft.com/office/drawing/2014/main" id="{D8B0C158-BFAC-5696-8374-6B2AA6F38C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>
                <a:off x="1143093" y="2342214"/>
                <a:ext cx="2950111" cy="784841"/>
              </a:xfrm>
              <a:prstGeom prst="rect">
                <a:avLst/>
              </a:prstGeom>
            </p:spPr>
          </p:pic>
          <p:pic>
            <p:nvPicPr>
              <p:cNvPr id="53" name="Picture 52" descr="A white cloud in the sky">
                <a:extLst>
                  <a:ext uri="{FF2B5EF4-FFF2-40B4-BE49-F238E27FC236}">
                    <a16:creationId xmlns:a16="http://schemas.microsoft.com/office/drawing/2014/main" id="{6C7D0D0C-1A78-0B65-4862-04B007CCA27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>
                <a:off x="6734012" y="2315826"/>
                <a:ext cx="615204" cy="694859"/>
              </a:xfrm>
              <a:prstGeom prst="rect">
                <a:avLst/>
              </a:prstGeom>
            </p:spPr>
          </p:pic>
          <p:pic>
            <p:nvPicPr>
              <p:cNvPr id="50" name="Picture 49" descr="A white cloud in the sky">
                <a:extLst>
                  <a:ext uri="{FF2B5EF4-FFF2-40B4-BE49-F238E27FC236}">
                    <a16:creationId xmlns:a16="http://schemas.microsoft.com/office/drawing/2014/main" id="{1D3A2C40-DB0F-8DE8-A341-23CC1C96DA4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>
                <a:off x="4959484" y="2431414"/>
                <a:ext cx="1070342" cy="577149"/>
              </a:xfrm>
              <a:prstGeom prst="rect">
                <a:avLst/>
              </a:prstGeom>
            </p:spPr>
          </p:pic>
          <p:pic>
            <p:nvPicPr>
              <p:cNvPr id="164" name="Picture 163" descr="A white cloud in the sky">
                <a:extLst>
                  <a:ext uri="{FF2B5EF4-FFF2-40B4-BE49-F238E27FC236}">
                    <a16:creationId xmlns:a16="http://schemas.microsoft.com/office/drawing/2014/main" id="{F0562CBC-5E66-3C9A-7059-71DF3A2E26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 flipH="1">
                <a:off x="6340598" y="2498619"/>
                <a:ext cx="227739" cy="492703"/>
              </a:xfrm>
              <a:prstGeom prst="rect">
                <a:avLst/>
              </a:prstGeom>
            </p:spPr>
          </p:pic>
          <p:pic>
            <p:nvPicPr>
              <p:cNvPr id="219" name="Picture 218" descr="A white cloud in the sky">
                <a:extLst>
                  <a:ext uri="{FF2B5EF4-FFF2-40B4-BE49-F238E27FC236}">
                    <a16:creationId xmlns:a16="http://schemas.microsoft.com/office/drawing/2014/main" id="{AB3D6599-ECD2-15CE-4106-A84DF68868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 flipH="1">
                <a:off x="1037313" y="2323369"/>
                <a:ext cx="1639910" cy="784841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D4E415C-EA72-C57B-D4E1-54BAFFD3BBEC}"/>
                </a:ext>
              </a:extLst>
            </p:cNvPr>
            <p:cNvGrpSpPr/>
            <p:nvPr/>
          </p:nvGrpSpPr>
          <p:grpSpPr>
            <a:xfrm>
              <a:off x="735801" y="3295359"/>
              <a:ext cx="8153491" cy="686088"/>
              <a:chOff x="735802" y="3295359"/>
              <a:chExt cx="6083832" cy="686088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D1081B5D-7284-3B8B-A711-6E739C91CD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802" y="3450206"/>
                <a:ext cx="489607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727BA92C-B777-76FF-3C5E-4EF45CBEF6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802" y="3981447"/>
                <a:ext cx="60838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DD92C465-0AEF-0E6B-26DA-E650A45042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14190" y="3295359"/>
                <a:ext cx="122001" cy="15484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7D435E42-9267-63E3-A089-79E6B15C8C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31461" y="3297886"/>
                <a:ext cx="1088173" cy="612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" name="Temperature">
            <a:extLst>
              <a:ext uri="{FF2B5EF4-FFF2-40B4-BE49-F238E27FC236}">
                <a16:creationId xmlns:a16="http://schemas.microsoft.com/office/drawing/2014/main" id="{245EBF9E-D1EB-5265-7DC2-260249630F58}"/>
              </a:ext>
            </a:extLst>
          </p:cNvPr>
          <p:cNvGrpSpPr/>
          <p:nvPr/>
        </p:nvGrpSpPr>
        <p:grpSpPr>
          <a:xfrm>
            <a:off x="840687" y="1749991"/>
            <a:ext cx="1907070" cy="1078061"/>
            <a:chOff x="840687" y="1749991"/>
            <a:chExt cx="1907070" cy="1078061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DB8DF91-6C6F-9BA7-DF7D-2C6E020AEE6F}"/>
                </a:ext>
              </a:extLst>
            </p:cNvPr>
            <p:cNvSpPr txBox="1"/>
            <p:nvPr/>
          </p:nvSpPr>
          <p:spPr>
            <a:xfrm>
              <a:off x="840687" y="2531610"/>
              <a:ext cx="11581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1200" b="1" dirty="0">
                  <a:latin typeface="+mn-lt"/>
                </a:rPr>
                <a:t>inversion</a:t>
              </a:r>
            </a:p>
          </p:txBody>
        </p:sp>
        <p:grpSp>
          <p:nvGrpSpPr>
            <p:cNvPr id="78" name="Temperature(z)">
              <a:extLst>
                <a:ext uri="{FF2B5EF4-FFF2-40B4-BE49-F238E27FC236}">
                  <a16:creationId xmlns:a16="http://schemas.microsoft.com/office/drawing/2014/main" id="{654D621A-B882-8F14-F722-2D45CCCEF4C8}"/>
                </a:ext>
              </a:extLst>
            </p:cNvPr>
            <p:cNvGrpSpPr/>
            <p:nvPr/>
          </p:nvGrpSpPr>
          <p:grpSpPr>
            <a:xfrm>
              <a:off x="1476101" y="1749991"/>
              <a:ext cx="1271656" cy="1078061"/>
              <a:chOff x="4456536" y="1738128"/>
              <a:chExt cx="1271656" cy="107806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A22B3A-9341-DEAF-3150-0E7D3B02D390}"/>
                      </a:ext>
                    </a:extLst>
                  </p:cNvPr>
                  <p:cNvSpPr txBox="1"/>
                  <p:nvPr/>
                </p:nvSpPr>
                <p:spPr>
                  <a:xfrm>
                    <a:off x="4653464" y="1738128"/>
                    <a:ext cx="6973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GB" sz="1800" dirty="0">
                      <a:solidFill>
                        <a:schemeClr val="accent5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A22B3A-9341-DEAF-3150-0E7D3B02D3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53464" y="1738128"/>
                    <a:ext cx="697358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0" name="TextBox 289">
                    <a:extLst>
                      <a:ext uri="{FF2B5EF4-FFF2-40B4-BE49-F238E27FC236}">
                        <a16:creationId xmlns:a16="http://schemas.microsoft.com/office/drawing/2014/main" id="{684CCAFA-8D67-B3C7-9594-BD92A3A618E7}"/>
                      </a:ext>
                    </a:extLst>
                  </p:cNvPr>
                  <p:cNvSpPr txBox="1"/>
                  <p:nvPr/>
                </p:nvSpPr>
                <p:spPr>
                  <a:xfrm>
                    <a:off x="5030834" y="2446857"/>
                    <a:ext cx="6973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18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18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oMath>
                      </m:oMathPara>
                    </a14:m>
                    <a:endParaRPr lang="en-GB" sz="1800" dirty="0">
                      <a:solidFill>
                        <a:schemeClr val="accent5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290" name="TextBox 289">
                    <a:extLst>
                      <a:ext uri="{FF2B5EF4-FFF2-40B4-BE49-F238E27FC236}">
                        <a16:creationId xmlns:a16="http://schemas.microsoft.com/office/drawing/2014/main" id="{684CCAFA-8D67-B3C7-9594-BD92A3A618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0834" y="2446857"/>
                    <a:ext cx="697358" cy="369332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6E9274B7-0731-060C-2B2A-55AC018C1998}"/>
                      </a:ext>
                    </a:extLst>
                  </p:cNvPr>
                  <p:cNvSpPr txBox="1"/>
                  <p:nvPr/>
                </p:nvSpPr>
                <p:spPr>
                  <a:xfrm>
                    <a:off x="4456536" y="2433656"/>
                    <a:ext cx="6973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n-GB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6E9274B7-0731-060C-2B2A-55AC018C19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56536" y="2433656"/>
                    <a:ext cx="697358" cy="369332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0" name="s(z)">
            <a:extLst>
              <a:ext uri="{FF2B5EF4-FFF2-40B4-BE49-F238E27FC236}">
                <a16:creationId xmlns:a16="http://schemas.microsoft.com/office/drawing/2014/main" id="{26E559AA-3C8A-9A14-558B-BFD0BC340D1B}"/>
              </a:ext>
            </a:extLst>
          </p:cNvPr>
          <p:cNvGrpSpPr/>
          <p:nvPr/>
        </p:nvGrpSpPr>
        <p:grpSpPr>
          <a:xfrm>
            <a:off x="1562210" y="1884554"/>
            <a:ext cx="1380814" cy="2501967"/>
            <a:chOff x="1562210" y="1884554"/>
            <a:chExt cx="1380814" cy="25019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8BA2796-1218-9163-016A-9E8B1CFD8B07}"/>
                    </a:ext>
                  </a:extLst>
                </p:cNvPr>
                <p:cNvSpPr txBox="1"/>
                <p:nvPr/>
              </p:nvSpPr>
              <p:spPr>
                <a:xfrm>
                  <a:off x="2245666" y="2134940"/>
                  <a:ext cx="6973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1800" dirty="0">
                    <a:solidFill>
                      <a:schemeClr val="accent6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8BA2796-1218-9163-016A-9E8B1CFD8B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666" y="2134940"/>
                  <a:ext cx="697358" cy="369332"/>
                </a:xfrm>
                <a:prstGeom prst="rect">
                  <a:avLst/>
                </a:prstGeom>
                <a:blipFill>
                  <a:blip r:embed="rId41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DD5ED3C2-1EEB-5ED0-D424-9A5BE54C1FB4}"/>
                </a:ext>
              </a:extLst>
            </p:cNvPr>
            <p:cNvGrpSpPr/>
            <p:nvPr/>
          </p:nvGrpSpPr>
          <p:grpSpPr>
            <a:xfrm>
              <a:off x="1585686" y="1884554"/>
              <a:ext cx="924308" cy="2450695"/>
              <a:chOff x="1585686" y="1884554"/>
              <a:chExt cx="924308" cy="2450695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E55EEB37-7D28-B6B8-7FCA-9F2A56773C30}"/>
                  </a:ext>
                </a:extLst>
              </p:cNvPr>
              <p:cNvSpPr/>
              <p:nvPr/>
            </p:nvSpPr>
            <p:spPr>
              <a:xfrm>
                <a:off x="1847419" y="1884554"/>
                <a:ext cx="662575" cy="916268"/>
              </a:xfrm>
              <a:custGeom>
                <a:avLst/>
                <a:gdLst>
                  <a:gd name="connsiteX0" fmla="*/ 0 w 1043709"/>
                  <a:gd name="connsiteY0" fmla="*/ 951346 h 953299"/>
                  <a:gd name="connsiteX1" fmla="*/ 544946 w 1043709"/>
                  <a:gd name="connsiteY1" fmla="*/ 803564 h 953299"/>
                  <a:gd name="connsiteX2" fmla="*/ 1043709 w 1043709"/>
                  <a:gd name="connsiteY2" fmla="*/ 0 h 95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43709" h="953299">
                    <a:moveTo>
                      <a:pt x="0" y="951346"/>
                    </a:moveTo>
                    <a:cubicBezTo>
                      <a:pt x="185497" y="956734"/>
                      <a:pt x="370995" y="962122"/>
                      <a:pt x="544946" y="803564"/>
                    </a:cubicBezTo>
                    <a:cubicBezTo>
                      <a:pt x="718898" y="645006"/>
                      <a:pt x="881303" y="322503"/>
                      <a:pt x="1043709" y="0"/>
                    </a:cubicBezTo>
                  </a:path>
                </a:pathLst>
              </a:cu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544D0E0-E8B4-116A-1B0A-710CD4474D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686" y="2799081"/>
                <a:ext cx="4527" cy="1536168"/>
              </a:xfrm>
              <a:prstGeom prst="line">
                <a:avLst/>
              </a:prstGeom>
              <a:ln w="38100">
                <a:solidFill>
                  <a:schemeClr val="accent6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10EE5CA0-1BA9-3E57-6C86-284E55C916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687" y="2799081"/>
                <a:ext cx="261732" cy="0"/>
              </a:xfrm>
              <a:prstGeom prst="line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4F3D4172-FC1D-770D-94A6-E7787E2439AD}"/>
                </a:ext>
              </a:extLst>
            </p:cNvPr>
            <p:cNvSpPr txBox="1"/>
            <p:nvPr/>
          </p:nvSpPr>
          <p:spPr>
            <a:xfrm>
              <a:off x="1562210" y="3863301"/>
              <a:ext cx="85447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sz="1400" b="1" dirty="0">
                  <a:latin typeface="+mn-lt"/>
                </a:rPr>
                <a:t>well</a:t>
              </a:r>
            </a:p>
            <a:p>
              <a:pPr algn="l"/>
              <a:r>
                <a:rPr lang="en-GB" sz="1400" b="1" dirty="0">
                  <a:latin typeface="+mn-lt"/>
                </a:rPr>
                <a:t>mixed</a:t>
              </a:r>
              <a:endParaRPr lang="en-GB" dirty="0"/>
            </a:p>
          </p:txBody>
        </p:sp>
      </p:grpSp>
      <p:grpSp>
        <p:nvGrpSpPr>
          <p:cNvPr id="76" name="q(z)">
            <a:extLst>
              <a:ext uri="{FF2B5EF4-FFF2-40B4-BE49-F238E27FC236}">
                <a16:creationId xmlns:a16="http://schemas.microsoft.com/office/drawing/2014/main" id="{7730B475-0AFA-41A0-AD9E-0D2F7931F058}"/>
              </a:ext>
            </a:extLst>
          </p:cNvPr>
          <p:cNvGrpSpPr/>
          <p:nvPr/>
        </p:nvGrpSpPr>
        <p:grpSpPr>
          <a:xfrm>
            <a:off x="757124" y="1918209"/>
            <a:ext cx="1345567" cy="2417040"/>
            <a:chOff x="2895730" y="1914525"/>
            <a:chExt cx="1345567" cy="2417040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8D3D485-9DE4-F84A-2EE2-AEB7EBEEB02B}"/>
                </a:ext>
              </a:extLst>
            </p:cNvPr>
            <p:cNvSpPr/>
            <p:nvPr/>
          </p:nvSpPr>
          <p:spPr>
            <a:xfrm>
              <a:off x="2930966" y="1914525"/>
              <a:ext cx="598847" cy="2417040"/>
            </a:xfrm>
            <a:custGeom>
              <a:avLst/>
              <a:gdLst>
                <a:gd name="connsiteX0" fmla="*/ 736600 w 736600"/>
                <a:gd name="connsiteY0" fmla="*/ 2508250 h 2508250"/>
                <a:gd name="connsiteX1" fmla="*/ 736600 w 736600"/>
                <a:gd name="connsiteY1" fmla="*/ 901700 h 2508250"/>
                <a:gd name="connsiteX2" fmla="*/ 0 w 736600"/>
                <a:gd name="connsiteY2" fmla="*/ 901700 h 2508250"/>
                <a:gd name="connsiteX3" fmla="*/ 0 w 736600"/>
                <a:gd name="connsiteY3" fmla="*/ 0 h 250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6600" h="2508250">
                  <a:moveTo>
                    <a:pt x="736600" y="2508250"/>
                  </a:moveTo>
                  <a:lnTo>
                    <a:pt x="736600" y="901700"/>
                  </a:lnTo>
                  <a:lnTo>
                    <a:pt x="0" y="90170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12004BA7-FF66-5599-357C-5E59E6F35CEA}"/>
                    </a:ext>
                  </a:extLst>
                </p:cNvPr>
                <p:cNvSpPr txBox="1"/>
                <p:nvPr/>
              </p:nvSpPr>
              <p:spPr>
                <a:xfrm>
                  <a:off x="2895730" y="2205008"/>
                  <a:ext cx="6973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12004BA7-FF66-5599-357C-5E59E6F35C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730" y="2205008"/>
                  <a:ext cx="697358" cy="369332"/>
                </a:xfrm>
                <a:prstGeom prst="rect">
                  <a:avLst/>
                </a:prstGeom>
                <a:blipFill>
                  <a:blip r:embed="rId42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4B6A7470-CF6F-D0C7-5832-563799DFC6BE}"/>
                    </a:ext>
                  </a:extLst>
                </p:cNvPr>
                <p:cNvSpPr txBox="1"/>
                <p:nvPr/>
              </p:nvSpPr>
              <p:spPr>
                <a:xfrm>
                  <a:off x="3033180" y="3552375"/>
                  <a:ext cx="6973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4B6A7470-CF6F-D0C7-5832-563799DFC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3180" y="3552375"/>
                  <a:ext cx="697358" cy="369332"/>
                </a:xfrm>
                <a:prstGeom prst="rect">
                  <a:avLst/>
                </a:prstGeom>
                <a:blipFill>
                  <a:blip r:embed="rId43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F4449D76-7267-660A-6A36-9AA0155EA772}"/>
                    </a:ext>
                  </a:extLst>
                </p:cNvPr>
                <p:cNvSpPr txBox="1"/>
                <p:nvPr/>
              </p:nvSpPr>
              <p:spPr>
                <a:xfrm>
                  <a:off x="3543939" y="3552375"/>
                  <a:ext cx="6973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GB" sz="1800" dirty="0">
                    <a:solidFill>
                      <a:schemeClr val="accent6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F4449D76-7267-660A-6A36-9AA0155EA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3939" y="3552375"/>
                  <a:ext cx="69735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ql(z)">
            <a:extLst>
              <a:ext uri="{FF2B5EF4-FFF2-40B4-BE49-F238E27FC236}">
                <a16:creationId xmlns:a16="http://schemas.microsoft.com/office/drawing/2014/main" id="{1F15940F-74D6-3AAC-24FC-E414A35A2E65}"/>
              </a:ext>
            </a:extLst>
          </p:cNvPr>
          <p:cNvGrpSpPr/>
          <p:nvPr/>
        </p:nvGrpSpPr>
        <p:grpSpPr>
          <a:xfrm>
            <a:off x="757661" y="1819815"/>
            <a:ext cx="697358" cy="2515434"/>
            <a:chOff x="3694597" y="1816131"/>
            <a:chExt cx="697358" cy="2515434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F06BD76-60C8-BE70-B8F6-3A4C0F50153C}"/>
                </a:ext>
              </a:extLst>
            </p:cNvPr>
            <p:cNvSpPr/>
            <p:nvPr/>
          </p:nvSpPr>
          <p:spPr>
            <a:xfrm>
              <a:off x="3723175" y="1914525"/>
              <a:ext cx="598847" cy="2417040"/>
            </a:xfrm>
            <a:custGeom>
              <a:avLst/>
              <a:gdLst>
                <a:gd name="connsiteX0" fmla="*/ 6350 w 857250"/>
                <a:gd name="connsiteY0" fmla="*/ 2552700 h 2552700"/>
                <a:gd name="connsiteX1" fmla="*/ 6350 w 857250"/>
                <a:gd name="connsiteY1" fmla="*/ 1435100 h 2552700"/>
                <a:gd name="connsiteX2" fmla="*/ 857250 w 857250"/>
                <a:gd name="connsiteY2" fmla="*/ 946150 h 2552700"/>
                <a:gd name="connsiteX3" fmla="*/ 0 w 857250"/>
                <a:gd name="connsiteY3" fmla="*/ 946150 h 2552700"/>
                <a:gd name="connsiteX4" fmla="*/ 0 w 857250"/>
                <a:gd name="connsiteY4" fmla="*/ 0 h 25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2552700">
                  <a:moveTo>
                    <a:pt x="6350" y="2552700"/>
                  </a:moveTo>
                  <a:lnTo>
                    <a:pt x="6350" y="1435100"/>
                  </a:lnTo>
                  <a:lnTo>
                    <a:pt x="857250" y="946150"/>
                  </a:lnTo>
                  <a:lnTo>
                    <a:pt x="0" y="94615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34D695D-E82A-5E3D-1CAC-B6653F24DF18}"/>
                    </a:ext>
                  </a:extLst>
                </p:cNvPr>
                <p:cNvSpPr txBox="1"/>
                <p:nvPr/>
              </p:nvSpPr>
              <p:spPr>
                <a:xfrm>
                  <a:off x="3694597" y="1816131"/>
                  <a:ext cx="6973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GB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1800" dirty="0">
                    <a:solidFill>
                      <a:schemeClr val="accent5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34D695D-E82A-5E3D-1CAC-B6653F24DF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4597" y="1816131"/>
                  <a:ext cx="697358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870" b="-1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Height">
            <a:extLst>
              <a:ext uri="{FF2B5EF4-FFF2-40B4-BE49-F238E27FC236}">
                <a16:creationId xmlns:a16="http://schemas.microsoft.com/office/drawing/2014/main" id="{7EEF413A-D6F1-42D4-06F8-71F9A4796555}"/>
              </a:ext>
            </a:extLst>
          </p:cNvPr>
          <p:cNvGrpSpPr/>
          <p:nvPr/>
        </p:nvGrpSpPr>
        <p:grpSpPr>
          <a:xfrm>
            <a:off x="38370" y="1346799"/>
            <a:ext cx="1538178" cy="3092516"/>
            <a:chOff x="38370" y="1346799"/>
            <a:chExt cx="1538178" cy="3092516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C57F161-D419-1F22-BCB5-A386BEEB964F}"/>
                </a:ext>
              </a:extLst>
            </p:cNvPr>
            <p:cNvSpPr txBox="1"/>
            <p:nvPr/>
          </p:nvSpPr>
          <p:spPr>
            <a:xfrm rot="16200000">
              <a:off x="-6656" y="3587095"/>
              <a:ext cx="914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1200" b="1" dirty="0">
                  <a:latin typeface="+mn-lt"/>
                </a:rPr>
                <a:t>boundary</a:t>
              </a:r>
            </a:p>
            <a:p>
              <a:pPr algn="l"/>
              <a:r>
                <a:rPr lang="en-GB" sz="1200" b="1" dirty="0">
                  <a:latin typeface="+mn-lt"/>
                </a:rPr>
                <a:t>layer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F5E0F693-D5A0-AE3B-798A-3CE8AA25D6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78" y="2802120"/>
              <a:ext cx="0" cy="163719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5383172B-DA42-41F3-12B4-B883A5E16D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78" y="1346799"/>
              <a:ext cx="0" cy="144262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36004B1-F17F-5542-A8BF-DC331996B270}"/>
                </a:ext>
              </a:extLst>
            </p:cNvPr>
            <p:cNvSpPr txBox="1"/>
            <p:nvPr/>
          </p:nvSpPr>
          <p:spPr>
            <a:xfrm>
              <a:off x="141382" y="1383401"/>
              <a:ext cx="14351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1200" b="1" dirty="0">
                  <a:latin typeface="+mn-lt"/>
                </a:rPr>
                <a:t>free troposphere</a:t>
              </a: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B436444-CFE5-A446-2055-15117F9C628B}"/>
                </a:ext>
              </a:extLst>
            </p:cNvPr>
            <p:cNvGrpSpPr/>
            <p:nvPr/>
          </p:nvGrpSpPr>
          <p:grpSpPr>
            <a:xfrm>
              <a:off x="210844" y="2795285"/>
              <a:ext cx="276999" cy="740464"/>
              <a:chOff x="2659844" y="3456071"/>
              <a:chExt cx="276999" cy="740464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51DBF46-6A01-067E-A13F-7342A1860997}"/>
                  </a:ext>
                </a:extLst>
              </p:cNvPr>
              <p:cNvSpPr txBox="1"/>
              <p:nvPr/>
            </p:nvSpPr>
            <p:spPr>
              <a:xfrm rot="16200000">
                <a:off x="2428112" y="3687803"/>
                <a:ext cx="74046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1200" b="1" dirty="0">
                    <a:latin typeface="+mn-lt"/>
                  </a:rPr>
                  <a:t>CLT</a:t>
                </a:r>
              </a:p>
            </p:txBody>
          </p: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22C3C9D1-3763-9B28-2E20-411522FF81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19357" y="3462906"/>
                <a:ext cx="0" cy="51854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66AFF478-76E4-104B-B247-B84AB00A72AF}"/>
                    </a:ext>
                  </a:extLst>
                </p:cNvPr>
                <p:cNvSpPr txBox="1"/>
                <p:nvPr/>
              </p:nvSpPr>
              <p:spPr>
                <a:xfrm>
                  <a:off x="38370" y="2427005"/>
                  <a:ext cx="69735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20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GB" sz="2000" dirty="0">
                    <a:solidFill>
                      <a:schemeClr val="accent6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66AFF478-76E4-104B-B247-B84AB00A72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70" y="2427005"/>
                  <a:ext cx="697358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Clearing">
            <a:extLst>
              <a:ext uri="{FF2B5EF4-FFF2-40B4-BE49-F238E27FC236}">
                <a16:creationId xmlns:a16="http://schemas.microsoft.com/office/drawing/2014/main" id="{EC92489D-91A6-68FE-AFA0-ABEBF81AF683}"/>
              </a:ext>
            </a:extLst>
          </p:cNvPr>
          <p:cNvGrpSpPr/>
          <p:nvPr/>
        </p:nvGrpSpPr>
        <p:grpSpPr>
          <a:xfrm>
            <a:off x="5516513" y="2449917"/>
            <a:ext cx="1471558" cy="1365233"/>
            <a:chOff x="6797692" y="2433648"/>
            <a:chExt cx="1471558" cy="1365233"/>
          </a:xfrm>
        </p:grpSpPr>
        <p:pic>
          <p:nvPicPr>
            <p:cNvPr id="170" name="Graphic 169" descr="Merger outline">
              <a:extLst>
                <a:ext uri="{FF2B5EF4-FFF2-40B4-BE49-F238E27FC236}">
                  <a16:creationId xmlns:a16="http://schemas.microsoft.com/office/drawing/2014/main" id="{0CF5E1AB-14F4-26AE-57A9-045A7AB90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 rot="5400000" flipH="1">
              <a:off x="6910251" y="2601004"/>
              <a:ext cx="1249112" cy="914400"/>
            </a:xfrm>
            <a:prstGeom prst="rect">
              <a:avLst/>
            </a:prstGeom>
          </p:spPr>
        </p:pic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32F9669E-EDD5-7BD6-F5D6-D78D9315AFD7}"/>
                </a:ext>
              </a:extLst>
            </p:cNvPr>
            <p:cNvSpPr txBox="1"/>
            <p:nvPr/>
          </p:nvSpPr>
          <p:spPr>
            <a:xfrm>
              <a:off x="6797692" y="3337216"/>
              <a:ext cx="1471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+mn-lt"/>
                </a:rPr>
                <a:t>enhanced entrain.</a:t>
              </a:r>
            </a:p>
          </p:txBody>
        </p:sp>
      </p:grpSp>
      <p:grpSp>
        <p:nvGrpSpPr>
          <p:cNvPr id="72" name="Shortwave">
            <a:extLst>
              <a:ext uri="{FF2B5EF4-FFF2-40B4-BE49-F238E27FC236}">
                <a16:creationId xmlns:a16="http://schemas.microsoft.com/office/drawing/2014/main" id="{EA2C900A-8F21-01C5-C26F-3AA1B52630EF}"/>
              </a:ext>
            </a:extLst>
          </p:cNvPr>
          <p:cNvGrpSpPr/>
          <p:nvPr/>
        </p:nvGrpSpPr>
        <p:grpSpPr>
          <a:xfrm>
            <a:off x="5634789" y="1851150"/>
            <a:ext cx="714165" cy="2556009"/>
            <a:chOff x="5634789" y="1851150"/>
            <a:chExt cx="714165" cy="2556009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0A2DA5D4-2C4C-B265-B936-DEC1927440DB}"/>
                </a:ext>
              </a:extLst>
            </p:cNvPr>
            <p:cNvGrpSpPr/>
            <p:nvPr/>
          </p:nvGrpSpPr>
          <p:grpSpPr>
            <a:xfrm rot="10800000">
              <a:off x="5668372" y="1916909"/>
              <a:ext cx="162560" cy="870680"/>
              <a:chOff x="7339536" y="2217089"/>
              <a:chExt cx="156952" cy="840639"/>
            </a:xfrm>
            <a:solidFill>
              <a:srgbClr val="FFC000"/>
            </a:solidFill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13229239-3446-FF32-6EB2-6489AB29A102}"/>
                  </a:ext>
                </a:extLst>
              </p:cNvPr>
              <p:cNvSpPr/>
              <p:nvPr/>
            </p:nvSpPr>
            <p:spPr>
              <a:xfrm rot="5400000">
                <a:off x="7056923" y="2632143"/>
                <a:ext cx="762000" cy="89170"/>
              </a:xfrm>
              <a:custGeom>
                <a:avLst/>
                <a:gdLst>
                  <a:gd name="connsiteX0" fmla="*/ 723900 w 762000"/>
                  <a:gd name="connsiteY0" fmla="*/ 12097 h 78200"/>
                  <a:gd name="connsiteX1" fmla="*/ 666750 w 762000"/>
                  <a:gd name="connsiteY1" fmla="*/ 0 h 78200"/>
                  <a:gd name="connsiteX2" fmla="*/ 609600 w 762000"/>
                  <a:gd name="connsiteY2" fmla="*/ 12097 h 78200"/>
                  <a:gd name="connsiteX3" fmla="*/ 571500 w 762000"/>
                  <a:gd name="connsiteY3" fmla="*/ 21050 h 78200"/>
                  <a:gd name="connsiteX4" fmla="*/ 571500 w 762000"/>
                  <a:gd name="connsiteY4" fmla="*/ 21050 h 78200"/>
                  <a:gd name="connsiteX5" fmla="*/ 533400 w 762000"/>
                  <a:gd name="connsiteY5" fmla="*/ 12097 h 78200"/>
                  <a:gd name="connsiteX6" fmla="*/ 476250 w 762000"/>
                  <a:gd name="connsiteY6" fmla="*/ 0 h 78200"/>
                  <a:gd name="connsiteX7" fmla="*/ 419100 w 762000"/>
                  <a:gd name="connsiteY7" fmla="*/ 12097 h 78200"/>
                  <a:gd name="connsiteX8" fmla="*/ 381000 w 762000"/>
                  <a:gd name="connsiteY8" fmla="*/ 21050 h 78200"/>
                  <a:gd name="connsiteX9" fmla="*/ 342900 w 762000"/>
                  <a:gd name="connsiteY9" fmla="*/ 12097 h 78200"/>
                  <a:gd name="connsiteX10" fmla="*/ 285750 w 762000"/>
                  <a:gd name="connsiteY10" fmla="*/ 0 h 78200"/>
                  <a:gd name="connsiteX11" fmla="*/ 228600 w 762000"/>
                  <a:gd name="connsiteY11" fmla="*/ 12097 h 78200"/>
                  <a:gd name="connsiteX12" fmla="*/ 190500 w 762000"/>
                  <a:gd name="connsiteY12" fmla="*/ 21050 h 78200"/>
                  <a:gd name="connsiteX13" fmla="*/ 152400 w 762000"/>
                  <a:gd name="connsiteY13" fmla="*/ 12097 h 78200"/>
                  <a:gd name="connsiteX14" fmla="*/ 95250 w 762000"/>
                  <a:gd name="connsiteY14" fmla="*/ 0 h 78200"/>
                  <a:gd name="connsiteX15" fmla="*/ 38100 w 762000"/>
                  <a:gd name="connsiteY15" fmla="*/ 12097 h 78200"/>
                  <a:gd name="connsiteX16" fmla="*/ 0 w 762000"/>
                  <a:gd name="connsiteY16" fmla="*/ 21050 h 78200"/>
                  <a:gd name="connsiteX17" fmla="*/ 0 w 762000"/>
                  <a:gd name="connsiteY17" fmla="*/ 78200 h 78200"/>
                  <a:gd name="connsiteX18" fmla="*/ 57150 w 762000"/>
                  <a:gd name="connsiteY18" fmla="*/ 66104 h 78200"/>
                  <a:gd name="connsiteX19" fmla="*/ 95250 w 762000"/>
                  <a:gd name="connsiteY19" fmla="*/ 57055 h 78200"/>
                  <a:gd name="connsiteX20" fmla="*/ 133350 w 762000"/>
                  <a:gd name="connsiteY20" fmla="*/ 66104 h 78200"/>
                  <a:gd name="connsiteX21" fmla="*/ 190500 w 762000"/>
                  <a:gd name="connsiteY21" fmla="*/ 78200 h 78200"/>
                  <a:gd name="connsiteX22" fmla="*/ 247650 w 762000"/>
                  <a:gd name="connsiteY22" fmla="*/ 66104 h 78200"/>
                  <a:gd name="connsiteX23" fmla="*/ 285750 w 762000"/>
                  <a:gd name="connsiteY23" fmla="*/ 57055 h 78200"/>
                  <a:gd name="connsiteX24" fmla="*/ 323850 w 762000"/>
                  <a:gd name="connsiteY24" fmla="*/ 66008 h 78200"/>
                  <a:gd name="connsiteX25" fmla="*/ 381000 w 762000"/>
                  <a:gd name="connsiteY25" fmla="*/ 78200 h 78200"/>
                  <a:gd name="connsiteX26" fmla="*/ 438150 w 762000"/>
                  <a:gd name="connsiteY26" fmla="*/ 66104 h 78200"/>
                  <a:gd name="connsiteX27" fmla="*/ 476250 w 762000"/>
                  <a:gd name="connsiteY27" fmla="*/ 57055 h 78200"/>
                  <a:gd name="connsiteX28" fmla="*/ 514350 w 762000"/>
                  <a:gd name="connsiteY28" fmla="*/ 66104 h 78200"/>
                  <a:gd name="connsiteX29" fmla="*/ 571500 w 762000"/>
                  <a:gd name="connsiteY29" fmla="*/ 78200 h 78200"/>
                  <a:gd name="connsiteX30" fmla="*/ 628650 w 762000"/>
                  <a:gd name="connsiteY30" fmla="*/ 66104 h 78200"/>
                  <a:gd name="connsiteX31" fmla="*/ 666750 w 762000"/>
                  <a:gd name="connsiteY31" fmla="*/ 57055 h 78200"/>
                  <a:gd name="connsiteX32" fmla="*/ 704850 w 762000"/>
                  <a:gd name="connsiteY32" fmla="*/ 66008 h 78200"/>
                  <a:gd name="connsiteX33" fmla="*/ 762000 w 762000"/>
                  <a:gd name="connsiteY33" fmla="*/ 78200 h 78200"/>
                  <a:gd name="connsiteX34" fmla="*/ 762000 w 762000"/>
                  <a:gd name="connsiteY34" fmla="*/ 21050 h 78200"/>
                  <a:gd name="connsiteX35" fmla="*/ 723900 w 762000"/>
                  <a:gd name="connsiteY35" fmla="*/ 12097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82" y="4827"/>
                      <a:pt x="686352" y="735"/>
                      <a:pt x="666750" y="0"/>
                    </a:cubicBezTo>
                    <a:cubicBezTo>
                      <a:pt x="647149" y="735"/>
                      <a:pt x="627818" y="4827"/>
                      <a:pt x="609600" y="12097"/>
                    </a:cubicBezTo>
                    <a:cubicBezTo>
                      <a:pt x="597465" y="17114"/>
                      <a:pt x="584600" y="20137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3"/>
                      <a:pt x="545533" y="17118"/>
                      <a:pt x="533400" y="12097"/>
                    </a:cubicBezTo>
                    <a:cubicBezTo>
                      <a:pt x="515182" y="4827"/>
                      <a:pt x="495852" y="735"/>
                      <a:pt x="476250" y="0"/>
                    </a:cubicBezTo>
                    <a:cubicBezTo>
                      <a:pt x="456649" y="735"/>
                      <a:pt x="437318" y="4827"/>
                      <a:pt x="419100" y="12097"/>
                    </a:cubicBezTo>
                    <a:cubicBezTo>
                      <a:pt x="406965" y="17114"/>
                      <a:pt x="394100" y="20137"/>
                      <a:pt x="381000" y="21050"/>
                    </a:cubicBezTo>
                    <a:cubicBezTo>
                      <a:pt x="367900" y="20137"/>
                      <a:pt x="355035" y="17114"/>
                      <a:pt x="342900" y="12097"/>
                    </a:cubicBezTo>
                    <a:cubicBezTo>
                      <a:pt x="324682" y="4827"/>
                      <a:pt x="305352" y="735"/>
                      <a:pt x="285750" y="0"/>
                    </a:cubicBezTo>
                    <a:cubicBezTo>
                      <a:pt x="266149" y="735"/>
                      <a:pt x="246818" y="4827"/>
                      <a:pt x="228600" y="12097"/>
                    </a:cubicBezTo>
                    <a:cubicBezTo>
                      <a:pt x="216465" y="17114"/>
                      <a:pt x="203600" y="20137"/>
                      <a:pt x="190500" y="21050"/>
                    </a:cubicBezTo>
                    <a:cubicBezTo>
                      <a:pt x="177400" y="20137"/>
                      <a:pt x="164535" y="17114"/>
                      <a:pt x="152400" y="12097"/>
                    </a:cubicBezTo>
                    <a:cubicBezTo>
                      <a:pt x="134182" y="4827"/>
                      <a:pt x="114851" y="735"/>
                      <a:pt x="95250" y="0"/>
                    </a:cubicBezTo>
                    <a:cubicBezTo>
                      <a:pt x="75649" y="745"/>
                      <a:pt x="56321" y="4836"/>
                      <a:pt x="38100" y="12097"/>
                    </a:cubicBezTo>
                    <a:cubicBezTo>
                      <a:pt x="25962" y="17105"/>
                      <a:pt x="13098" y="20128"/>
                      <a:pt x="0" y="21050"/>
                    </a:cubicBezTo>
                    <a:lnTo>
                      <a:pt x="0" y="78200"/>
                    </a:lnTo>
                    <a:cubicBezTo>
                      <a:pt x="19601" y="77460"/>
                      <a:pt x="38931" y="73368"/>
                      <a:pt x="57150" y="66104"/>
                    </a:cubicBezTo>
                    <a:cubicBezTo>
                      <a:pt x="69283" y="61064"/>
                      <a:pt x="82146" y="58008"/>
                      <a:pt x="95250" y="57055"/>
                    </a:cubicBezTo>
                    <a:cubicBezTo>
                      <a:pt x="108354" y="57999"/>
                      <a:pt x="121221" y="61054"/>
                      <a:pt x="133350" y="66104"/>
                    </a:cubicBezTo>
                    <a:cubicBezTo>
                      <a:pt x="151568" y="73373"/>
                      <a:pt x="170899" y="77465"/>
                      <a:pt x="190500" y="78200"/>
                    </a:cubicBezTo>
                    <a:cubicBezTo>
                      <a:pt x="210102" y="77465"/>
                      <a:pt x="229432" y="73373"/>
                      <a:pt x="247650" y="66104"/>
                    </a:cubicBezTo>
                    <a:cubicBezTo>
                      <a:pt x="259779" y="61054"/>
                      <a:pt x="272646" y="57999"/>
                      <a:pt x="285750" y="57055"/>
                    </a:cubicBezTo>
                    <a:cubicBezTo>
                      <a:pt x="298850" y="57968"/>
                      <a:pt x="311715" y="60991"/>
                      <a:pt x="323850" y="66008"/>
                    </a:cubicBezTo>
                    <a:cubicBezTo>
                      <a:pt x="342062" y="73315"/>
                      <a:pt x="361393" y="77438"/>
                      <a:pt x="381000" y="78200"/>
                    </a:cubicBezTo>
                    <a:cubicBezTo>
                      <a:pt x="400602" y="77465"/>
                      <a:pt x="419932" y="73373"/>
                      <a:pt x="438150" y="66104"/>
                    </a:cubicBezTo>
                    <a:cubicBezTo>
                      <a:pt x="450279" y="61054"/>
                      <a:pt x="463146" y="57999"/>
                      <a:pt x="476250" y="57055"/>
                    </a:cubicBezTo>
                    <a:cubicBezTo>
                      <a:pt x="489355" y="57999"/>
                      <a:pt x="502221" y="61054"/>
                      <a:pt x="514350" y="66104"/>
                    </a:cubicBezTo>
                    <a:cubicBezTo>
                      <a:pt x="532569" y="73373"/>
                      <a:pt x="551899" y="77465"/>
                      <a:pt x="571500" y="78200"/>
                    </a:cubicBezTo>
                    <a:cubicBezTo>
                      <a:pt x="591102" y="77465"/>
                      <a:pt x="610432" y="73373"/>
                      <a:pt x="628650" y="66104"/>
                    </a:cubicBezTo>
                    <a:cubicBezTo>
                      <a:pt x="640779" y="61054"/>
                      <a:pt x="653646" y="57999"/>
                      <a:pt x="666750" y="57055"/>
                    </a:cubicBezTo>
                    <a:cubicBezTo>
                      <a:pt x="679850" y="57968"/>
                      <a:pt x="692715" y="60991"/>
                      <a:pt x="704850" y="66008"/>
                    </a:cubicBezTo>
                    <a:cubicBezTo>
                      <a:pt x="723062" y="73315"/>
                      <a:pt x="742393" y="77438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37"/>
                      <a:pt x="736035" y="17114"/>
                      <a:pt x="723900" y="12097"/>
                    </a:cubicBezTo>
                    <a:close/>
                  </a:path>
                </a:pathLst>
              </a:custGeom>
              <a:grpFill/>
              <a:ln w="6350" cap="flat">
                <a:solidFill>
                  <a:srgbClr val="FFC000">
                    <a:alpha val="99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Isosceles Triangle 118">
                <a:extLst>
                  <a:ext uri="{FF2B5EF4-FFF2-40B4-BE49-F238E27FC236}">
                    <a16:creationId xmlns:a16="http://schemas.microsoft.com/office/drawing/2014/main" id="{5BB89885-1016-D1CA-CEAB-93E1D114281C}"/>
                  </a:ext>
                </a:extLst>
              </p:cNvPr>
              <p:cNvSpPr/>
              <p:nvPr/>
            </p:nvSpPr>
            <p:spPr>
              <a:xfrm>
                <a:off x="7339536" y="2217089"/>
                <a:ext cx="156952" cy="74766"/>
              </a:xfrm>
              <a:prstGeom prst="triangle">
                <a:avLst/>
              </a:prstGeom>
              <a:grpFill/>
              <a:ln w="12700">
                <a:solidFill>
                  <a:srgbClr val="FFC000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 dirty="0"/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A9A7BFB7-38FC-48C0-88AA-EEBF8B07E4F2}"/>
                </a:ext>
              </a:extLst>
            </p:cNvPr>
            <p:cNvGrpSpPr/>
            <p:nvPr/>
          </p:nvGrpSpPr>
          <p:grpSpPr>
            <a:xfrm rot="10800000">
              <a:off x="5729385" y="3536479"/>
              <a:ext cx="89829" cy="870680"/>
              <a:chOff x="7370155" y="2217089"/>
              <a:chExt cx="86730" cy="840639"/>
            </a:xfrm>
            <a:solidFill>
              <a:srgbClr val="FFC000"/>
            </a:solidFill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6E08F021-4448-72D6-C26B-EF946DF38974}"/>
                  </a:ext>
                </a:extLst>
              </p:cNvPr>
              <p:cNvSpPr/>
              <p:nvPr/>
            </p:nvSpPr>
            <p:spPr>
              <a:xfrm rot="5400000">
                <a:off x="7037284" y="2652091"/>
                <a:ext cx="762000" cy="49274"/>
              </a:xfrm>
              <a:custGeom>
                <a:avLst/>
                <a:gdLst>
                  <a:gd name="connsiteX0" fmla="*/ 723900 w 762000"/>
                  <a:gd name="connsiteY0" fmla="*/ 12097 h 78200"/>
                  <a:gd name="connsiteX1" fmla="*/ 666750 w 762000"/>
                  <a:gd name="connsiteY1" fmla="*/ 0 h 78200"/>
                  <a:gd name="connsiteX2" fmla="*/ 609600 w 762000"/>
                  <a:gd name="connsiteY2" fmla="*/ 12097 h 78200"/>
                  <a:gd name="connsiteX3" fmla="*/ 571500 w 762000"/>
                  <a:gd name="connsiteY3" fmla="*/ 21050 h 78200"/>
                  <a:gd name="connsiteX4" fmla="*/ 571500 w 762000"/>
                  <a:gd name="connsiteY4" fmla="*/ 21050 h 78200"/>
                  <a:gd name="connsiteX5" fmla="*/ 533400 w 762000"/>
                  <a:gd name="connsiteY5" fmla="*/ 12097 h 78200"/>
                  <a:gd name="connsiteX6" fmla="*/ 476250 w 762000"/>
                  <a:gd name="connsiteY6" fmla="*/ 0 h 78200"/>
                  <a:gd name="connsiteX7" fmla="*/ 419100 w 762000"/>
                  <a:gd name="connsiteY7" fmla="*/ 12097 h 78200"/>
                  <a:gd name="connsiteX8" fmla="*/ 381000 w 762000"/>
                  <a:gd name="connsiteY8" fmla="*/ 21050 h 78200"/>
                  <a:gd name="connsiteX9" fmla="*/ 342900 w 762000"/>
                  <a:gd name="connsiteY9" fmla="*/ 12097 h 78200"/>
                  <a:gd name="connsiteX10" fmla="*/ 285750 w 762000"/>
                  <a:gd name="connsiteY10" fmla="*/ 0 h 78200"/>
                  <a:gd name="connsiteX11" fmla="*/ 228600 w 762000"/>
                  <a:gd name="connsiteY11" fmla="*/ 12097 h 78200"/>
                  <a:gd name="connsiteX12" fmla="*/ 190500 w 762000"/>
                  <a:gd name="connsiteY12" fmla="*/ 21050 h 78200"/>
                  <a:gd name="connsiteX13" fmla="*/ 152400 w 762000"/>
                  <a:gd name="connsiteY13" fmla="*/ 12097 h 78200"/>
                  <a:gd name="connsiteX14" fmla="*/ 95250 w 762000"/>
                  <a:gd name="connsiteY14" fmla="*/ 0 h 78200"/>
                  <a:gd name="connsiteX15" fmla="*/ 38100 w 762000"/>
                  <a:gd name="connsiteY15" fmla="*/ 12097 h 78200"/>
                  <a:gd name="connsiteX16" fmla="*/ 0 w 762000"/>
                  <a:gd name="connsiteY16" fmla="*/ 21050 h 78200"/>
                  <a:gd name="connsiteX17" fmla="*/ 0 w 762000"/>
                  <a:gd name="connsiteY17" fmla="*/ 78200 h 78200"/>
                  <a:gd name="connsiteX18" fmla="*/ 57150 w 762000"/>
                  <a:gd name="connsiteY18" fmla="*/ 66104 h 78200"/>
                  <a:gd name="connsiteX19" fmla="*/ 95250 w 762000"/>
                  <a:gd name="connsiteY19" fmla="*/ 57055 h 78200"/>
                  <a:gd name="connsiteX20" fmla="*/ 133350 w 762000"/>
                  <a:gd name="connsiteY20" fmla="*/ 66104 h 78200"/>
                  <a:gd name="connsiteX21" fmla="*/ 190500 w 762000"/>
                  <a:gd name="connsiteY21" fmla="*/ 78200 h 78200"/>
                  <a:gd name="connsiteX22" fmla="*/ 247650 w 762000"/>
                  <a:gd name="connsiteY22" fmla="*/ 66104 h 78200"/>
                  <a:gd name="connsiteX23" fmla="*/ 285750 w 762000"/>
                  <a:gd name="connsiteY23" fmla="*/ 57055 h 78200"/>
                  <a:gd name="connsiteX24" fmla="*/ 323850 w 762000"/>
                  <a:gd name="connsiteY24" fmla="*/ 66008 h 78200"/>
                  <a:gd name="connsiteX25" fmla="*/ 381000 w 762000"/>
                  <a:gd name="connsiteY25" fmla="*/ 78200 h 78200"/>
                  <a:gd name="connsiteX26" fmla="*/ 438150 w 762000"/>
                  <a:gd name="connsiteY26" fmla="*/ 66104 h 78200"/>
                  <a:gd name="connsiteX27" fmla="*/ 476250 w 762000"/>
                  <a:gd name="connsiteY27" fmla="*/ 57055 h 78200"/>
                  <a:gd name="connsiteX28" fmla="*/ 514350 w 762000"/>
                  <a:gd name="connsiteY28" fmla="*/ 66104 h 78200"/>
                  <a:gd name="connsiteX29" fmla="*/ 571500 w 762000"/>
                  <a:gd name="connsiteY29" fmla="*/ 78200 h 78200"/>
                  <a:gd name="connsiteX30" fmla="*/ 628650 w 762000"/>
                  <a:gd name="connsiteY30" fmla="*/ 66104 h 78200"/>
                  <a:gd name="connsiteX31" fmla="*/ 666750 w 762000"/>
                  <a:gd name="connsiteY31" fmla="*/ 57055 h 78200"/>
                  <a:gd name="connsiteX32" fmla="*/ 704850 w 762000"/>
                  <a:gd name="connsiteY32" fmla="*/ 66008 h 78200"/>
                  <a:gd name="connsiteX33" fmla="*/ 762000 w 762000"/>
                  <a:gd name="connsiteY33" fmla="*/ 78200 h 78200"/>
                  <a:gd name="connsiteX34" fmla="*/ 762000 w 762000"/>
                  <a:gd name="connsiteY34" fmla="*/ 21050 h 78200"/>
                  <a:gd name="connsiteX35" fmla="*/ 723900 w 762000"/>
                  <a:gd name="connsiteY35" fmla="*/ 12097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82" y="4827"/>
                      <a:pt x="686352" y="735"/>
                      <a:pt x="666750" y="0"/>
                    </a:cubicBezTo>
                    <a:cubicBezTo>
                      <a:pt x="647149" y="735"/>
                      <a:pt x="627818" y="4827"/>
                      <a:pt x="609600" y="12097"/>
                    </a:cubicBezTo>
                    <a:cubicBezTo>
                      <a:pt x="597465" y="17114"/>
                      <a:pt x="584600" y="20137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3"/>
                      <a:pt x="545533" y="17118"/>
                      <a:pt x="533400" y="12097"/>
                    </a:cubicBezTo>
                    <a:cubicBezTo>
                      <a:pt x="515182" y="4827"/>
                      <a:pt x="495852" y="735"/>
                      <a:pt x="476250" y="0"/>
                    </a:cubicBezTo>
                    <a:cubicBezTo>
                      <a:pt x="456649" y="735"/>
                      <a:pt x="437318" y="4827"/>
                      <a:pt x="419100" y="12097"/>
                    </a:cubicBezTo>
                    <a:cubicBezTo>
                      <a:pt x="406965" y="17114"/>
                      <a:pt x="394100" y="20137"/>
                      <a:pt x="381000" y="21050"/>
                    </a:cubicBezTo>
                    <a:cubicBezTo>
                      <a:pt x="367900" y="20137"/>
                      <a:pt x="355035" y="17114"/>
                      <a:pt x="342900" y="12097"/>
                    </a:cubicBezTo>
                    <a:cubicBezTo>
                      <a:pt x="324682" y="4827"/>
                      <a:pt x="305352" y="735"/>
                      <a:pt x="285750" y="0"/>
                    </a:cubicBezTo>
                    <a:cubicBezTo>
                      <a:pt x="266149" y="735"/>
                      <a:pt x="246818" y="4827"/>
                      <a:pt x="228600" y="12097"/>
                    </a:cubicBezTo>
                    <a:cubicBezTo>
                      <a:pt x="216465" y="17114"/>
                      <a:pt x="203600" y="20137"/>
                      <a:pt x="190500" y="21050"/>
                    </a:cubicBezTo>
                    <a:cubicBezTo>
                      <a:pt x="177400" y="20137"/>
                      <a:pt x="164535" y="17114"/>
                      <a:pt x="152400" y="12097"/>
                    </a:cubicBezTo>
                    <a:cubicBezTo>
                      <a:pt x="134182" y="4827"/>
                      <a:pt x="114851" y="735"/>
                      <a:pt x="95250" y="0"/>
                    </a:cubicBezTo>
                    <a:cubicBezTo>
                      <a:pt x="75649" y="745"/>
                      <a:pt x="56321" y="4836"/>
                      <a:pt x="38100" y="12097"/>
                    </a:cubicBezTo>
                    <a:cubicBezTo>
                      <a:pt x="25962" y="17105"/>
                      <a:pt x="13098" y="20128"/>
                      <a:pt x="0" y="21050"/>
                    </a:cubicBezTo>
                    <a:lnTo>
                      <a:pt x="0" y="78200"/>
                    </a:lnTo>
                    <a:cubicBezTo>
                      <a:pt x="19601" y="77460"/>
                      <a:pt x="38931" y="73368"/>
                      <a:pt x="57150" y="66104"/>
                    </a:cubicBezTo>
                    <a:cubicBezTo>
                      <a:pt x="69283" y="61064"/>
                      <a:pt x="82146" y="58008"/>
                      <a:pt x="95250" y="57055"/>
                    </a:cubicBezTo>
                    <a:cubicBezTo>
                      <a:pt x="108354" y="57999"/>
                      <a:pt x="121221" y="61054"/>
                      <a:pt x="133350" y="66104"/>
                    </a:cubicBezTo>
                    <a:cubicBezTo>
                      <a:pt x="151568" y="73373"/>
                      <a:pt x="170899" y="77465"/>
                      <a:pt x="190500" y="78200"/>
                    </a:cubicBezTo>
                    <a:cubicBezTo>
                      <a:pt x="210102" y="77465"/>
                      <a:pt x="229432" y="73373"/>
                      <a:pt x="247650" y="66104"/>
                    </a:cubicBezTo>
                    <a:cubicBezTo>
                      <a:pt x="259779" y="61054"/>
                      <a:pt x="272646" y="57999"/>
                      <a:pt x="285750" y="57055"/>
                    </a:cubicBezTo>
                    <a:cubicBezTo>
                      <a:pt x="298850" y="57968"/>
                      <a:pt x="311715" y="60991"/>
                      <a:pt x="323850" y="66008"/>
                    </a:cubicBezTo>
                    <a:cubicBezTo>
                      <a:pt x="342062" y="73315"/>
                      <a:pt x="361393" y="77438"/>
                      <a:pt x="381000" y="78200"/>
                    </a:cubicBezTo>
                    <a:cubicBezTo>
                      <a:pt x="400602" y="77465"/>
                      <a:pt x="419932" y="73373"/>
                      <a:pt x="438150" y="66104"/>
                    </a:cubicBezTo>
                    <a:cubicBezTo>
                      <a:pt x="450279" y="61054"/>
                      <a:pt x="463146" y="57999"/>
                      <a:pt x="476250" y="57055"/>
                    </a:cubicBezTo>
                    <a:cubicBezTo>
                      <a:pt x="489355" y="57999"/>
                      <a:pt x="502221" y="61054"/>
                      <a:pt x="514350" y="66104"/>
                    </a:cubicBezTo>
                    <a:cubicBezTo>
                      <a:pt x="532569" y="73373"/>
                      <a:pt x="551899" y="77465"/>
                      <a:pt x="571500" y="78200"/>
                    </a:cubicBezTo>
                    <a:cubicBezTo>
                      <a:pt x="591102" y="77465"/>
                      <a:pt x="610432" y="73373"/>
                      <a:pt x="628650" y="66104"/>
                    </a:cubicBezTo>
                    <a:cubicBezTo>
                      <a:pt x="640779" y="61054"/>
                      <a:pt x="653646" y="57999"/>
                      <a:pt x="666750" y="57055"/>
                    </a:cubicBezTo>
                    <a:cubicBezTo>
                      <a:pt x="679850" y="57968"/>
                      <a:pt x="692715" y="60991"/>
                      <a:pt x="704850" y="66008"/>
                    </a:cubicBezTo>
                    <a:cubicBezTo>
                      <a:pt x="723062" y="73315"/>
                      <a:pt x="742393" y="77438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37"/>
                      <a:pt x="736035" y="17114"/>
                      <a:pt x="723900" y="12097"/>
                    </a:cubicBezTo>
                    <a:close/>
                  </a:path>
                </a:pathLst>
              </a:custGeom>
              <a:grpFill/>
              <a:ln w="6350" cap="flat">
                <a:solidFill>
                  <a:srgbClr val="FFC000">
                    <a:alpha val="99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Isosceles Triangle 123">
                <a:extLst>
                  <a:ext uri="{FF2B5EF4-FFF2-40B4-BE49-F238E27FC236}">
                    <a16:creationId xmlns:a16="http://schemas.microsoft.com/office/drawing/2014/main" id="{E1B98C52-4907-6EBA-9A41-3CA02EFFEC5B}"/>
                  </a:ext>
                </a:extLst>
              </p:cNvPr>
              <p:cNvSpPr/>
              <p:nvPr/>
            </p:nvSpPr>
            <p:spPr>
              <a:xfrm>
                <a:off x="7370155" y="2217089"/>
                <a:ext cx="86730" cy="74766"/>
              </a:xfrm>
              <a:prstGeom prst="triangle">
                <a:avLst/>
              </a:prstGeom>
              <a:grpFill/>
              <a:ln w="12700">
                <a:solidFill>
                  <a:srgbClr val="FFC000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 dirty="0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E2DE896B-8484-0B8E-1C76-804E1D222E3A}"/>
                </a:ext>
              </a:extLst>
            </p:cNvPr>
            <p:cNvGrpSpPr/>
            <p:nvPr/>
          </p:nvGrpSpPr>
          <p:grpSpPr>
            <a:xfrm rot="900000">
              <a:off x="5896157" y="2227779"/>
              <a:ext cx="71630" cy="549774"/>
              <a:chOff x="7422146" y="2199489"/>
              <a:chExt cx="86730" cy="840640"/>
            </a:xfrm>
            <a:solidFill>
              <a:srgbClr val="FFC000"/>
            </a:solidFill>
          </p:grpSpPr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918EC2C0-356F-66BC-9409-775F754E83E6}"/>
                  </a:ext>
                </a:extLst>
              </p:cNvPr>
              <p:cNvSpPr/>
              <p:nvPr/>
            </p:nvSpPr>
            <p:spPr>
              <a:xfrm rot="5400000">
                <a:off x="7089276" y="2634492"/>
                <a:ext cx="762000" cy="49274"/>
              </a:xfrm>
              <a:custGeom>
                <a:avLst/>
                <a:gdLst>
                  <a:gd name="connsiteX0" fmla="*/ 723900 w 762000"/>
                  <a:gd name="connsiteY0" fmla="*/ 12097 h 78200"/>
                  <a:gd name="connsiteX1" fmla="*/ 666750 w 762000"/>
                  <a:gd name="connsiteY1" fmla="*/ 0 h 78200"/>
                  <a:gd name="connsiteX2" fmla="*/ 609600 w 762000"/>
                  <a:gd name="connsiteY2" fmla="*/ 12097 h 78200"/>
                  <a:gd name="connsiteX3" fmla="*/ 571500 w 762000"/>
                  <a:gd name="connsiteY3" fmla="*/ 21050 h 78200"/>
                  <a:gd name="connsiteX4" fmla="*/ 571500 w 762000"/>
                  <a:gd name="connsiteY4" fmla="*/ 21050 h 78200"/>
                  <a:gd name="connsiteX5" fmla="*/ 533400 w 762000"/>
                  <a:gd name="connsiteY5" fmla="*/ 12097 h 78200"/>
                  <a:gd name="connsiteX6" fmla="*/ 476250 w 762000"/>
                  <a:gd name="connsiteY6" fmla="*/ 0 h 78200"/>
                  <a:gd name="connsiteX7" fmla="*/ 419100 w 762000"/>
                  <a:gd name="connsiteY7" fmla="*/ 12097 h 78200"/>
                  <a:gd name="connsiteX8" fmla="*/ 381000 w 762000"/>
                  <a:gd name="connsiteY8" fmla="*/ 21050 h 78200"/>
                  <a:gd name="connsiteX9" fmla="*/ 342900 w 762000"/>
                  <a:gd name="connsiteY9" fmla="*/ 12097 h 78200"/>
                  <a:gd name="connsiteX10" fmla="*/ 285750 w 762000"/>
                  <a:gd name="connsiteY10" fmla="*/ 0 h 78200"/>
                  <a:gd name="connsiteX11" fmla="*/ 228600 w 762000"/>
                  <a:gd name="connsiteY11" fmla="*/ 12097 h 78200"/>
                  <a:gd name="connsiteX12" fmla="*/ 190500 w 762000"/>
                  <a:gd name="connsiteY12" fmla="*/ 21050 h 78200"/>
                  <a:gd name="connsiteX13" fmla="*/ 152400 w 762000"/>
                  <a:gd name="connsiteY13" fmla="*/ 12097 h 78200"/>
                  <a:gd name="connsiteX14" fmla="*/ 95250 w 762000"/>
                  <a:gd name="connsiteY14" fmla="*/ 0 h 78200"/>
                  <a:gd name="connsiteX15" fmla="*/ 38100 w 762000"/>
                  <a:gd name="connsiteY15" fmla="*/ 12097 h 78200"/>
                  <a:gd name="connsiteX16" fmla="*/ 0 w 762000"/>
                  <a:gd name="connsiteY16" fmla="*/ 21050 h 78200"/>
                  <a:gd name="connsiteX17" fmla="*/ 0 w 762000"/>
                  <a:gd name="connsiteY17" fmla="*/ 78200 h 78200"/>
                  <a:gd name="connsiteX18" fmla="*/ 57150 w 762000"/>
                  <a:gd name="connsiteY18" fmla="*/ 66104 h 78200"/>
                  <a:gd name="connsiteX19" fmla="*/ 95250 w 762000"/>
                  <a:gd name="connsiteY19" fmla="*/ 57055 h 78200"/>
                  <a:gd name="connsiteX20" fmla="*/ 133350 w 762000"/>
                  <a:gd name="connsiteY20" fmla="*/ 66104 h 78200"/>
                  <a:gd name="connsiteX21" fmla="*/ 190500 w 762000"/>
                  <a:gd name="connsiteY21" fmla="*/ 78200 h 78200"/>
                  <a:gd name="connsiteX22" fmla="*/ 247650 w 762000"/>
                  <a:gd name="connsiteY22" fmla="*/ 66104 h 78200"/>
                  <a:gd name="connsiteX23" fmla="*/ 285750 w 762000"/>
                  <a:gd name="connsiteY23" fmla="*/ 57055 h 78200"/>
                  <a:gd name="connsiteX24" fmla="*/ 323850 w 762000"/>
                  <a:gd name="connsiteY24" fmla="*/ 66008 h 78200"/>
                  <a:gd name="connsiteX25" fmla="*/ 381000 w 762000"/>
                  <a:gd name="connsiteY25" fmla="*/ 78200 h 78200"/>
                  <a:gd name="connsiteX26" fmla="*/ 438150 w 762000"/>
                  <a:gd name="connsiteY26" fmla="*/ 66104 h 78200"/>
                  <a:gd name="connsiteX27" fmla="*/ 476250 w 762000"/>
                  <a:gd name="connsiteY27" fmla="*/ 57055 h 78200"/>
                  <a:gd name="connsiteX28" fmla="*/ 514350 w 762000"/>
                  <a:gd name="connsiteY28" fmla="*/ 66104 h 78200"/>
                  <a:gd name="connsiteX29" fmla="*/ 571500 w 762000"/>
                  <a:gd name="connsiteY29" fmla="*/ 78200 h 78200"/>
                  <a:gd name="connsiteX30" fmla="*/ 628650 w 762000"/>
                  <a:gd name="connsiteY30" fmla="*/ 66104 h 78200"/>
                  <a:gd name="connsiteX31" fmla="*/ 666750 w 762000"/>
                  <a:gd name="connsiteY31" fmla="*/ 57055 h 78200"/>
                  <a:gd name="connsiteX32" fmla="*/ 704850 w 762000"/>
                  <a:gd name="connsiteY32" fmla="*/ 66008 h 78200"/>
                  <a:gd name="connsiteX33" fmla="*/ 762000 w 762000"/>
                  <a:gd name="connsiteY33" fmla="*/ 78200 h 78200"/>
                  <a:gd name="connsiteX34" fmla="*/ 762000 w 762000"/>
                  <a:gd name="connsiteY34" fmla="*/ 21050 h 78200"/>
                  <a:gd name="connsiteX35" fmla="*/ 723900 w 762000"/>
                  <a:gd name="connsiteY35" fmla="*/ 12097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82" y="4827"/>
                      <a:pt x="686352" y="735"/>
                      <a:pt x="666750" y="0"/>
                    </a:cubicBezTo>
                    <a:cubicBezTo>
                      <a:pt x="647149" y="735"/>
                      <a:pt x="627818" y="4827"/>
                      <a:pt x="609600" y="12097"/>
                    </a:cubicBezTo>
                    <a:cubicBezTo>
                      <a:pt x="597465" y="17114"/>
                      <a:pt x="584600" y="20137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3"/>
                      <a:pt x="545533" y="17118"/>
                      <a:pt x="533400" y="12097"/>
                    </a:cubicBezTo>
                    <a:cubicBezTo>
                      <a:pt x="515182" y="4827"/>
                      <a:pt x="495852" y="735"/>
                      <a:pt x="476250" y="0"/>
                    </a:cubicBezTo>
                    <a:cubicBezTo>
                      <a:pt x="456649" y="735"/>
                      <a:pt x="437318" y="4827"/>
                      <a:pt x="419100" y="12097"/>
                    </a:cubicBezTo>
                    <a:cubicBezTo>
                      <a:pt x="406965" y="17114"/>
                      <a:pt x="394100" y="20137"/>
                      <a:pt x="381000" y="21050"/>
                    </a:cubicBezTo>
                    <a:cubicBezTo>
                      <a:pt x="367900" y="20137"/>
                      <a:pt x="355035" y="17114"/>
                      <a:pt x="342900" y="12097"/>
                    </a:cubicBezTo>
                    <a:cubicBezTo>
                      <a:pt x="324682" y="4827"/>
                      <a:pt x="305352" y="735"/>
                      <a:pt x="285750" y="0"/>
                    </a:cubicBezTo>
                    <a:cubicBezTo>
                      <a:pt x="266149" y="735"/>
                      <a:pt x="246818" y="4827"/>
                      <a:pt x="228600" y="12097"/>
                    </a:cubicBezTo>
                    <a:cubicBezTo>
                      <a:pt x="216465" y="17114"/>
                      <a:pt x="203600" y="20137"/>
                      <a:pt x="190500" y="21050"/>
                    </a:cubicBezTo>
                    <a:cubicBezTo>
                      <a:pt x="177400" y="20137"/>
                      <a:pt x="164535" y="17114"/>
                      <a:pt x="152400" y="12097"/>
                    </a:cubicBezTo>
                    <a:cubicBezTo>
                      <a:pt x="134182" y="4827"/>
                      <a:pt x="114851" y="735"/>
                      <a:pt x="95250" y="0"/>
                    </a:cubicBezTo>
                    <a:cubicBezTo>
                      <a:pt x="75649" y="745"/>
                      <a:pt x="56321" y="4836"/>
                      <a:pt x="38100" y="12097"/>
                    </a:cubicBezTo>
                    <a:cubicBezTo>
                      <a:pt x="25962" y="17105"/>
                      <a:pt x="13098" y="20128"/>
                      <a:pt x="0" y="21050"/>
                    </a:cubicBezTo>
                    <a:lnTo>
                      <a:pt x="0" y="78200"/>
                    </a:lnTo>
                    <a:cubicBezTo>
                      <a:pt x="19601" y="77460"/>
                      <a:pt x="38931" y="73368"/>
                      <a:pt x="57150" y="66104"/>
                    </a:cubicBezTo>
                    <a:cubicBezTo>
                      <a:pt x="69283" y="61064"/>
                      <a:pt x="82146" y="58008"/>
                      <a:pt x="95250" y="57055"/>
                    </a:cubicBezTo>
                    <a:cubicBezTo>
                      <a:pt x="108354" y="57999"/>
                      <a:pt x="121221" y="61054"/>
                      <a:pt x="133350" y="66104"/>
                    </a:cubicBezTo>
                    <a:cubicBezTo>
                      <a:pt x="151568" y="73373"/>
                      <a:pt x="170899" y="77465"/>
                      <a:pt x="190500" y="78200"/>
                    </a:cubicBezTo>
                    <a:cubicBezTo>
                      <a:pt x="210102" y="77465"/>
                      <a:pt x="229432" y="73373"/>
                      <a:pt x="247650" y="66104"/>
                    </a:cubicBezTo>
                    <a:cubicBezTo>
                      <a:pt x="259779" y="61054"/>
                      <a:pt x="272646" y="57999"/>
                      <a:pt x="285750" y="57055"/>
                    </a:cubicBezTo>
                    <a:cubicBezTo>
                      <a:pt x="298850" y="57968"/>
                      <a:pt x="311715" y="60991"/>
                      <a:pt x="323850" y="66008"/>
                    </a:cubicBezTo>
                    <a:cubicBezTo>
                      <a:pt x="342062" y="73315"/>
                      <a:pt x="361393" y="77438"/>
                      <a:pt x="381000" y="78200"/>
                    </a:cubicBezTo>
                    <a:cubicBezTo>
                      <a:pt x="400602" y="77465"/>
                      <a:pt x="419932" y="73373"/>
                      <a:pt x="438150" y="66104"/>
                    </a:cubicBezTo>
                    <a:cubicBezTo>
                      <a:pt x="450279" y="61054"/>
                      <a:pt x="463146" y="57999"/>
                      <a:pt x="476250" y="57055"/>
                    </a:cubicBezTo>
                    <a:cubicBezTo>
                      <a:pt x="489355" y="57999"/>
                      <a:pt x="502221" y="61054"/>
                      <a:pt x="514350" y="66104"/>
                    </a:cubicBezTo>
                    <a:cubicBezTo>
                      <a:pt x="532569" y="73373"/>
                      <a:pt x="551899" y="77465"/>
                      <a:pt x="571500" y="78200"/>
                    </a:cubicBezTo>
                    <a:cubicBezTo>
                      <a:pt x="591102" y="77465"/>
                      <a:pt x="610432" y="73373"/>
                      <a:pt x="628650" y="66104"/>
                    </a:cubicBezTo>
                    <a:cubicBezTo>
                      <a:pt x="640779" y="61054"/>
                      <a:pt x="653646" y="57999"/>
                      <a:pt x="666750" y="57055"/>
                    </a:cubicBezTo>
                    <a:cubicBezTo>
                      <a:pt x="679850" y="57968"/>
                      <a:pt x="692715" y="60991"/>
                      <a:pt x="704850" y="66008"/>
                    </a:cubicBezTo>
                    <a:cubicBezTo>
                      <a:pt x="723062" y="73315"/>
                      <a:pt x="742393" y="77438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37"/>
                      <a:pt x="736035" y="17114"/>
                      <a:pt x="723900" y="12097"/>
                    </a:cubicBezTo>
                    <a:close/>
                  </a:path>
                </a:pathLst>
              </a:custGeom>
              <a:grpFill/>
              <a:ln w="6350" cap="flat">
                <a:solidFill>
                  <a:srgbClr val="FFC000">
                    <a:alpha val="99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Isosceles Triangle 126">
                <a:extLst>
                  <a:ext uri="{FF2B5EF4-FFF2-40B4-BE49-F238E27FC236}">
                    <a16:creationId xmlns:a16="http://schemas.microsoft.com/office/drawing/2014/main" id="{1ADC6C7D-DE8F-5F1A-AF42-C2FCD3EF9FD3}"/>
                  </a:ext>
                </a:extLst>
              </p:cNvPr>
              <p:cNvSpPr/>
              <p:nvPr/>
            </p:nvSpPr>
            <p:spPr>
              <a:xfrm>
                <a:off x="7422146" y="2199489"/>
                <a:ext cx="86730" cy="74765"/>
              </a:xfrm>
              <a:prstGeom prst="triangle">
                <a:avLst/>
              </a:prstGeom>
              <a:grpFill/>
              <a:ln w="12700">
                <a:solidFill>
                  <a:srgbClr val="FFC000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 dirty="0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855A1255-FCDC-54C4-0AAF-79BE324073DC}"/>
                </a:ext>
              </a:extLst>
            </p:cNvPr>
            <p:cNvGrpSpPr/>
            <p:nvPr/>
          </p:nvGrpSpPr>
          <p:grpSpPr>
            <a:xfrm rot="900000">
              <a:off x="5903604" y="3843324"/>
              <a:ext cx="71630" cy="549772"/>
              <a:chOff x="7370155" y="2217089"/>
              <a:chExt cx="86730" cy="840639"/>
            </a:xfrm>
            <a:solidFill>
              <a:srgbClr val="FFC000"/>
            </a:solidFill>
          </p:grpSpPr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67BF3D9D-3F55-A771-2D0A-5411BE714BDB}"/>
                  </a:ext>
                </a:extLst>
              </p:cNvPr>
              <p:cNvSpPr/>
              <p:nvPr/>
            </p:nvSpPr>
            <p:spPr>
              <a:xfrm rot="5400000">
                <a:off x="7037284" y="2652091"/>
                <a:ext cx="762000" cy="49274"/>
              </a:xfrm>
              <a:custGeom>
                <a:avLst/>
                <a:gdLst>
                  <a:gd name="connsiteX0" fmla="*/ 723900 w 762000"/>
                  <a:gd name="connsiteY0" fmla="*/ 12097 h 78200"/>
                  <a:gd name="connsiteX1" fmla="*/ 666750 w 762000"/>
                  <a:gd name="connsiteY1" fmla="*/ 0 h 78200"/>
                  <a:gd name="connsiteX2" fmla="*/ 609600 w 762000"/>
                  <a:gd name="connsiteY2" fmla="*/ 12097 h 78200"/>
                  <a:gd name="connsiteX3" fmla="*/ 571500 w 762000"/>
                  <a:gd name="connsiteY3" fmla="*/ 21050 h 78200"/>
                  <a:gd name="connsiteX4" fmla="*/ 571500 w 762000"/>
                  <a:gd name="connsiteY4" fmla="*/ 21050 h 78200"/>
                  <a:gd name="connsiteX5" fmla="*/ 533400 w 762000"/>
                  <a:gd name="connsiteY5" fmla="*/ 12097 h 78200"/>
                  <a:gd name="connsiteX6" fmla="*/ 476250 w 762000"/>
                  <a:gd name="connsiteY6" fmla="*/ 0 h 78200"/>
                  <a:gd name="connsiteX7" fmla="*/ 419100 w 762000"/>
                  <a:gd name="connsiteY7" fmla="*/ 12097 h 78200"/>
                  <a:gd name="connsiteX8" fmla="*/ 381000 w 762000"/>
                  <a:gd name="connsiteY8" fmla="*/ 21050 h 78200"/>
                  <a:gd name="connsiteX9" fmla="*/ 342900 w 762000"/>
                  <a:gd name="connsiteY9" fmla="*/ 12097 h 78200"/>
                  <a:gd name="connsiteX10" fmla="*/ 285750 w 762000"/>
                  <a:gd name="connsiteY10" fmla="*/ 0 h 78200"/>
                  <a:gd name="connsiteX11" fmla="*/ 228600 w 762000"/>
                  <a:gd name="connsiteY11" fmla="*/ 12097 h 78200"/>
                  <a:gd name="connsiteX12" fmla="*/ 190500 w 762000"/>
                  <a:gd name="connsiteY12" fmla="*/ 21050 h 78200"/>
                  <a:gd name="connsiteX13" fmla="*/ 152400 w 762000"/>
                  <a:gd name="connsiteY13" fmla="*/ 12097 h 78200"/>
                  <a:gd name="connsiteX14" fmla="*/ 95250 w 762000"/>
                  <a:gd name="connsiteY14" fmla="*/ 0 h 78200"/>
                  <a:gd name="connsiteX15" fmla="*/ 38100 w 762000"/>
                  <a:gd name="connsiteY15" fmla="*/ 12097 h 78200"/>
                  <a:gd name="connsiteX16" fmla="*/ 0 w 762000"/>
                  <a:gd name="connsiteY16" fmla="*/ 21050 h 78200"/>
                  <a:gd name="connsiteX17" fmla="*/ 0 w 762000"/>
                  <a:gd name="connsiteY17" fmla="*/ 78200 h 78200"/>
                  <a:gd name="connsiteX18" fmla="*/ 57150 w 762000"/>
                  <a:gd name="connsiteY18" fmla="*/ 66104 h 78200"/>
                  <a:gd name="connsiteX19" fmla="*/ 95250 w 762000"/>
                  <a:gd name="connsiteY19" fmla="*/ 57055 h 78200"/>
                  <a:gd name="connsiteX20" fmla="*/ 133350 w 762000"/>
                  <a:gd name="connsiteY20" fmla="*/ 66104 h 78200"/>
                  <a:gd name="connsiteX21" fmla="*/ 190500 w 762000"/>
                  <a:gd name="connsiteY21" fmla="*/ 78200 h 78200"/>
                  <a:gd name="connsiteX22" fmla="*/ 247650 w 762000"/>
                  <a:gd name="connsiteY22" fmla="*/ 66104 h 78200"/>
                  <a:gd name="connsiteX23" fmla="*/ 285750 w 762000"/>
                  <a:gd name="connsiteY23" fmla="*/ 57055 h 78200"/>
                  <a:gd name="connsiteX24" fmla="*/ 323850 w 762000"/>
                  <a:gd name="connsiteY24" fmla="*/ 66008 h 78200"/>
                  <a:gd name="connsiteX25" fmla="*/ 381000 w 762000"/>
                  <a:gd name="connsiteY25" fmla="*/ 78200 h 78200"/>
                  <a:gd name="connsiteX26" fmla="*/ 438150 w 762000"/>
                  <a:gd name="connsiteY26" fmla="*/ 66104 h 78200"/>
                  <a:gd name="connsiteX27" fmla="*/ 476250 w 762000"/>
                  <a:gd name="connsiteY27" fmla="*/ 57055 h 78200"/>
                  <a:gd name="connsiteX28" fmla="*/ 514350 w 762000"/>
                  <a:gd name="connsiteY28" fmla="*/ 66104 h 78200"/>
                  <a:gd name="connsiteX29" fmla="*/ 571500 w 762000"/>
                  <a:gd name="connsiteY29" fmla="*/ 78200 h 78200"/>
                  <a:gd name="connsiteX30" fmla="*/ 628650 w 762000"/>
                  <a:gd name="connsiteY30" fmla="*/ 66104 h 78200"/>
                  <a:gd name="connsiteX31" fmla="*/ 666750 w 762000"/>
                  <a:gd name="connsiteY31" fmla="*/ 57055 h 78200"/>
                  <a:gd name="connsiteX32" fmla="*/ 704850 w 762000"/>
                  <a:gd name="connsiteY32" fmla="*/ 66008 h 78200"/>
                  <a:gd name="connsiteX33" fmla="*/ 762000 w 762000"/>
                  <a:gd name="connsiteY33" fmla="*/ 78200 h 78200"/>
                  <a:gd name="connsiteX34" fmla="*/ 762000 w 762000"/>
                  <a:gd name="connsiteY34" fmla="*/ 21050 h 78200"/>
                  <a:gd name="connsiteX35" fmla="*/ 723900 w 762000"/>
                  <a:gd name="connsiteY35" fmla="*/ 12097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82" y="4827"/>
                      <a:pt x="686352" y="735"/>
                      <a:pt x="666750" y="0"/>
                    </a:cubicBezTo>
                    <a:cubicBezTo>
                      <a:pt x="647149" y="735"/>
                      <a:pt x="627818" y="4827"/>
                      <a:pt x="609600" y="12097"/>
                    </a:cubicBezTo>
                    <a:cubicBezTo>
                      <a:pt x="597465" y="17114"/>
                      <a:pt x="584600" y="20137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3"/>
                      <a:pt x="545533" y="17118"/>
                      <a:pt x="533400" y="12097"/>
                    </a:cubicBezTo>
                    <a:cubicBezTo>
                      <a:pt x="515182" y="4827"/>
                      <a:pt x="495852" y="735"/>
                      <a:pt x="476250" y="0"/>
                    </a:cubicBezTo>
                    <a:cubicBezTo>
                      <a:pt x="456649" y="735"/>
                      <a:pt x="437318" y="4827"/>
                      <a:pt x="419100" y="12097"/>
                    </a:cubicBezTo>
                    <a:cubicBezTo>
                      <a:pt x="406965" y="17114"/>
                      <a:pt x="394100" y="20137"/>
                      <a:pt x="381000" y="21050"/>
                    </a:cubicBezTo>
                    <a:cubicBezTo>
                      <a:pt x="367900" y="20137"/>
                      <a:pt x="355035" y="17114"/>
                      <a:pt x="342900" y="12097"/>
                    </a:cubicBezTo>
                    <a:cubicBezTo>
                      <a:pt x="324682" y="4827"/>
                      <a:pt x="305352" y="735"/>
                      <a:pt x="285750" y="0"/>
                    </a:cubicBezTo>
                    <a:cubicBezTo>
                      <a:pt x="266149" y="735"/>
                      <a:pt x="246818" y="4827"/>
                      <a:pt x="228600" y="12097"/>
                    </a:cubicBezTo>
                    <a:cubicBezTo>
                      <a:pt x="216465" y="17114"/>
                      <a:pt x="203600" y="20137"/>
                      <a:pt x="190500" y="21050"/>
                    </a:cubicBezTo>
                    <a:cubicBezTo>
                      <a:pt x="177400" y="20137"/>
                      <a:pt x="164535" y="17114"/>
                      <a:pt x="152400" y="12097"/>
                    </a:cubicBezTo>
                    <a:cubicBezTo>
                      <a:pt x="134182" y="4827"/>
                      <a:pt x="114851" y="735"/>
                      <a:pt x="95250" y="0"/>
                    </a:cubicBezTo>
                    <a:cubicBezTo>
                      <a:pt x="75649" y="745"/>
                      <a:pt x="56321" y="4836"/>
                      <a:pt x="38100" y="12097"/>
                    </a:cubicBezTo>
                    <a:cubicBezTo>
                      <a:pt x="25962" y="17105"/>
                      <a:pt x="13098" y="20128"/>
                      <a:pt x="0" y="21050"/>
                    </a:cubicBezTo>
                    <a:lnTo>
                      <a:pt x="0" y="78200"/>
                    </a:lnTo>
                    <a:cubicBezTo>
                      <a:pt x="19601" y="77460"/>
                      <a:pt x="38931" y="73368"/>
                      <a:pt x="57150" y="66104"/>
                    </a:cubicBezTo>
                    <a:cubicBezTo>
                      <a:pt x="69283" y="61064"/>
                      <a:pt x="82146" y="58008"/>
                      <a:pt x="95250" y="57055"/>
                    </a:cubicBezTo>
                    <a:cubicBezTo>
                      <a:pt x="108354" y="57999"/>
                      <a:pt x="121221" y="61054"/>
                      <a:pt x="133350" y="66104"/>
                    </a:cubicBezTo>
                    <a:cubicBezTo>
                      <a:pt x="151568" y="73373"/>
                      <a:pt x="170899" y="77465"/>
                      <a:pt x="190500" y="78200"/>
                    </a:cubicBezTo>
                    <a:cubicBezTo>
                      <a:pt x="210102" y="77465"/>
                      <a:pt x="229432" y="73373"/>
                      <a:pt x="247650" y="66104"/>
                    </a:cubicBezTo>
                    <a:cubicBezTo>
                      <a:pt x="259779" y="61054"/>
                      <a:pt x="272646" y="57999"/>
                      <a:pt x="285750" y="57055"/>
                    </a:cubicBezTo>
                    <a:cubicBezTo>
                      <a:pt x="298850" y="57968"/>
                      <a:pt x="311715" y="60991"/>
                      <a:pt x="323850" y="66008"/>
                    </a:cubicBezTo>
                    <a:cubicBezTo>
                      <a:pt x="342062" y="73315"/>
                      <a:pt x="361393" y="77438"/>
                      <a:pt x="381000" y="78200"/>
                    </a:cubicBezTo>
                    <a:cubicBezTo>
                      <a:pt x="400602" y="77465"/>
                      <a:pt x="419932" y="73373"/>
                      <a:pt x="438150" y="66104"/>
                    </a:cubicBezTo>
                    <a:cubicBezTo>
                      <a:pt x="450279" y="61054"/>
                      <a:pt x="463146" y="57999"/>
                      <a:pt x="476250" y="57055"/>
                    </a:cubicBezTo>
                    <a:cubicBezTo>
                      <a:pt x="489355" y="57999"/>
                      <a:pt x="502221" y="61054"/>
                      <a:pt x="514350" y="66104"/>
                    </a:cubicBezTo>
                    <a:cubicBezTo>
                      <a:pt x="532569" y="73373"/>
                      <a:pt x="551899" y="77465"/>
                      <a:pt x="571500" y="78200"/>
                    </a:cubicBezTo>
                    <a:cubicBezTo>
                      <a:pt x="591102" y="77465"/>
                      <a:pt x="610432" y="73373"/>
                      <a:pt x="628650" y="66104"/>
                    </a:cubicBezTo>
                    <a:cubicBezTo>
                      <a:pt x="640779" y="61054"/>
                      <a:pt x="653646" y="57999"/>
                      <a:pt x="666750" y="57055"/>
                    </a:cubicBezTo>
                    <a:cubicBezTo>
                      <a:pt x="679850" y="57968"/>
                      <a:pt x="692715" y="60991"/>
                      <a:pt x="704850" y="66008"/>
                    </a:cubicBezTo>
                    <a:cubicBezTo>
                      <a:pt x="723062" y="73315"/>
                      <a:pt x="742393" y="77438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37"/>
                      <a:pt x="736035" y="17114"/>
                      <a:pt x="723900" y="12097"/>
                    </a:cubicBezTo>
                    <a:close/>
                  </a:path>
                </a:pathLst>
              </a:custGeom>
              <a:grpFill/>
              <a:ln w="6350" cap="flat">
                <a:solidFill>
                  <a:srgbClr val="FFC000">
                    <a:alpha val="99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0" name="Isosceles Triangle 129">
                <a:extLst>
                  <a:ext uri="{FF2B5EF4-FFF2-40B4-BE49-F238E27FC236}">
                    <a16:creationId xmlns:a16="http://schemas.microsoft.com/office/drawing/2014/main" id="{EB86CCF4-F597-4689-1AA2-6E629A3E9DE4}"/>
                  </a:ext>
                </a:extLst>
              </p:cNvPr>
              <p:cNvSpPr/>
              <p:nvPr/>
            </p:nvSpPr>
            <p:spPr>
              <a:xfrm>
                <a:off x="7370155" y="2217089"/>
                <a:ext cx="86730" cy="74766"/>
              </a:xfrm>
              <a:prstGeom prst="triangle">
                <a:avLst/>
              </a:prstGeom>
              <a:grpFill/>
              <a:ln w="12700">
                <a:solidFill>
                  <a:srgbClr val="FFC000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08C429F9-C68A-F89E-5FEF-24B3A6CAB26C}"/>
                    </a:ext>
                  </a:extLst>
                </p:cNvPr>
                <p:cNvSpPr txBox="1"/>
                <p:nvPr/>
              </p:nvSpPr>
              <p:spPr>
                <a:xfrm>
                  <a:off x="5634789" y="1851150"/>
                  <a:ext cx="4965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1800" dirty="0">
                    <a:solidFill>
                      <a:srgbClr val="FFC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08C429F9-C68A-F89E-5FEF-24B3A6CAB2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4789" y="1851150"/>
                  <a:ext cx="496588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9A2D0C0-C8DD-73FB-DECC-6B38A0090175}"/>
                    </a:ext>
                  </a:extLst>
                </p:cNvPr>
                <p:cNvSpPr txBox="1"/>
                <p:nvPr/>
              </p:nvSpPr>
              <p:spPr>
                <a:xfrm>
                  <a:off x="5852366" y="2253252"/>
                  <a:ext cx="4965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1800" dirty="0">
                    <a:solidFill>
                      <a:srgbClr val="FFC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9A2D0C0-C8DD-73FB-DECC-6B38A00901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366" y="2253252"/>
                  <a:ext cx="496588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Sea">
            <a:extLst>
              <a:ext uri="{FF2B5EF4-FFF2-40B4-BE49-F238E27FC236}">
                <a16:creationId xmlns:a16="http://schemas.microsoft.com/office/drawing/2014/main" id="{9129AA20-45F6-9DF0-6DE0-060CC684BC4B}"/>
              </a:ext>
            </a:extLst>
          </p:cNvPr>
          <p:cNvGrpSpPr/>
          <p:nvPr/>
        </p:nvGrpSpPr>
        <p:grpSpPr>
          <a:xfrm>
            <a:off x="181314" y="4407159"/>
            <a:ext cx="7440235" cy="427284"/>
            <a:chOff x="181314" y="4477009"/>
            <a:chExt cx="7440235" cy="427284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D0A18B2-DFF8-4C39-80A1-2ED7825F5386}"/>
                </a:ext>
              </a:extLst>
            </p:cNvPr>
            <p:cNvSpPr/>
            <p:nvPr/>
          </p:nvSpPr>
          <p:spPr>
            <a:xfrm>
              <a:off x="181314" y="4477009"/>
              <a:ext cx="7440235" cy="427284"/>
            </a:xfrm>
            <a:custGeom>
              <a:avLst/>
              <a:gdLst>
                <a:gd name="connsiteX0" fmla="*/ 383532 w 6123261"/>
                <a:gd name="connsiteY0" fmla="*/ 0 h 118232"/>
                <a:gd name="connsiteX1" fmla="*/ 613652 w 6123261"/>
                <a:gd name="connsiteY1" fmla="*/ 18290 h 118232"/>
                <a:gd name="connsiteX2" fmla="*/ 767065 w 6123261"/>
                <a:gd name="connsiteY2" fmla="*/ 31826 h 118232"/>
                <a:gd name="connsiteX3" fmla="*/ 920478 w 6123261"/>
                <a:gd name="connsiteY3" fmla="*/ 18290 h 118232"/>
                <a:gd name="connsiteX4" fmla="*/ 1150597 w 6123261"/>
                <a:gd name="connsiteY4" fmla="*/ 0 h 118232"/>
                <a:gd name="connsiteX5" fmla="*/ 1380717 w 6123261"/>
                <a:gd name="connsiteY5" fmla="*/ 18290 h 118232"/>
                <a:gd name="connsiteX6" fmla="*/ 1534130 w 6123261"/>
                <a:gd name="connsiteY6" fmla="*/ 31826 h 118232"/>
                <a:gd name="connsiteX7" fmla="*/ 1687543 w 6123261"/>
                <a:gd name="connsiteY7" fmla="*/ 18290 h 118232"/>
                <a:gd name="connsiteX8" fmla="*/ 1917662 w 6123261"/>
                <a:gd name="connsiteY8" fmla="*/ 0 h 118232"/>
                <a:gd name="connsiteX9" fmla="*/ 2147782 w 6123261"/>
                <a:gd name="connsiteY9" fmla="*/ 18290 h 118232"/>
                <a:gd name="connsiteX10" fmla="*/ 2301195 w 6123261"/>
                <a:gd name="connsiteY10" fmla="*/ 31826 h 118232"/>
                <a:gd name="connsiteX11" fmla="*/ 2454608 w 6123261"/>
                <a:gd name="connsiteY11" fmla="*/ 18290 h 118232"/>
                <a:gd name="connsiteX12" fmla="*/ 2684727 w 6123261"/>
                <a:gd name="connsiteY12" fmla="*/ 0 h 118232"/>
                <a:gd name="connsiteX13" fmla="*/ 2914847 w 6123261"/>
                <a:gd name="connsiteY13" fmla="*/ 18290 h 118232"/>
                <a:gd name="connsiteX14" fmla="*/ 3061631 w 6123261"/>
                <a:gd name="connsiteY14" fmla="*/ 31241 h 118232"/>
                <a:gd name="connsiteX15" fmla="*/ 3208414 w 6123261"/>
                <a:gd name="connsiteY15" fmla="*/ 18290 h 118232"/>
                <a:gd name="connsiteX16" fmla="*/ 3438534 w 6123261"/>
                <a:gd name="connsiteY16" fmla="*/ 0 h 118232"/>
                <a:gd name="connsiteX17" fmla="*/ 3668653 w 6123261"/>
                <a:gd name="connsiteY17" fmla="*/ 18290 h 118232"/>
                <a:gd name="connsiteX18" fmla="*/ 3822066 w 6123261"/>
                <a:gd name="connsiteY18" fmla="*/ 31826 h 118232"/>
                <a:gd name="connsiteX19" fmla="*/ 3975479 w 6123261"/>
                <a:gd name="connsiteY19" fmla="*/ 18290 h 118232"/>
                <a:gd name="connsiteX20" fmla="*/ 4205599 w 6123261"/>
                <a:gd name="connsiteY20" fmla="*/ 0 h 118232"/>
                <a:gd name="connsiteX21" fmla="*/ 4435718 w 6123261"/>
                <a:gd name="connsiteY21" fmla="*/ 18290 h 118232"/>
                <a:gd name="connsiteX22" fmla="*/ 4589131 w 6123261"/>
                <a:gd name="connsiteY22" fmla="*/ 31826 h 118232"/>
                <a:gd name="connsiteX23" fmla="*/ 4742544 w 6123261"/>
                <a:gd name="connsiteY23" fmla="*/ 18290 h 118232"/>
                <a:gd name="connsiteX24" fmla="*/ 4972664 w 6123261"/>
                <a:gd name="connsiteY24" fmla="*/ 0 h 118232"/>
                <a:gd name="connsiteX25" fmla="*/ 5202783 w 6123261"/>
                <a:gd name="connsiteY25" fmla="*/ 18290 h 118232"/>
                <a:gd name="connsiteX26" fmla="*/ 5356196 w 6123261"/>
                <a:gd name="connsiteY26" fmla="*/ 31826 h 118232"/>
                <a:gd name="connsiteX27" fmla="*/ 5509609 w 6123261"/>
                <a:gd name="connsiteY27" fmla="*/ 18290 h 118232"/>
                <a:gd name="connsiteX28" fmla="*/ 5739729 w 6123261"/>
                <a:gd name="connsiteY28" fmla="*/ 0 h 118232"/>
                <a:gd name="connsiteX29" fmla="*/ 5969848 w 6123261"/>
                <a:gd name="connsiteY29" fmla="*/ 18290 h 118232"/>
                <a:gd name="connsiteX30" fmla="*/ 6123261 w 6123261"/>
                <a:gd name="connsiteY30" fmla="*/ 31826 h 118232"/>
                <a:gd name="connsiteX31" fmla="*/ 6123261 w 6123261"/>
                <a:gd name="connsiteY31" fmla="*/ 118232 h 118232"/>
                <a:gd name="connsiteX32" fmla="*/ 5893142 w 6123261"/>
                <a:gd name="connsiteY32" fmla="*/ 99079 h 118232"/>
                <a:gd name="connsiteX33" fmla="*/ 5739729 w 6123261"/>
                <a:gd name="connsiteY33" fmla="*/ 85543 h 118232"/>
                <a:gd name="connsiteX34" fmla="*/ 5586316 w 6123261"/>
                <a:gd name="connsiteY34" fmla="*/ 99944 h 118232"/>
                <a:gd name="connsiteX35" fmla="*/ 5356196 w 6123261"/>
                <a:gd name="connsiteY35" fmla="*/ 118232 h 118232"/>
                <a:gd name="connsiteX36" fmla="*/ 5126077 w 6123261"/>
                <a:gd name="connsiteY36" fmla="*/ 99944 h 118232"/>
                <a:gd name="connsiteX37" fmla="*/ 4972664 w 6123261"/>
                <a:gd name="connsiteY37" fmla="*/ 85543 h 118232"/>
                <a:gd name="connsiteX38" fmla="*/ 4819251 w 6123261"/>
                <a:gd name="connsiteY38" fmla="*/ 99944 h 118232"/>
                <a:gd name="connsiteX39" fmla="*/ 4589131 w 6123261"/>
                <a:gd name="connsiteY39" fmla="*/ 118232 h 118232"/>
                <a:gd name="connsiteX40" fmla="*/ 4359012 w 6123261"/>
                <a:gd name="connsiteY40" fmla="*/ 99079 h 118232"/>
                <a:gd name="connsiteX41" fmla="*/ 4205599 w 6123261"/>
                <a:gd name="connsiteY41" fmla="*/ 85543 h 118232"/>
                <a:gd name="connsiteX42" fmla="*/ 4052186 w 6123261"/>
                <a:gd name="connsiteY42" fmla="*/ 99944 h 118232"/>
                <a:gd name="connsiteX43" fmla="*/ 3822066 w 6123261"/>
                <a:gd name="connsiteY43" fmla="*/ 118232 h 118232"/>
                <a:gd name="connsiteX44" fmla="*/ 3591947 w 6123261"/>
                <a:gd name="connsiteY44" fmla="*/ 99944 h 118232"/>
                <a:gd name="connsiteX45" fmla="*/ 3438534 w 6123261"/>
                <a:gd name="connsiteY45" fmla="*/ 85543 h 118232"/>
                <a:gd name="connsiteX46" fmla="*/ 3285121 w 6123261"/>
                <a:gd name="connsiteY46" fmla="*/ 99944 h 118232"/>
                <a:gd name="connsiteX47" fmla="*/ 3172136 w 6123261"/>
                <a:gd name="connsiteY47" fmla="*/ 112766 h 118232"/>
                <a:gd name="connsiteX48" fmla="*/ 3068260 w 6123261"/>
                <a:gd name="connsiteY48" fmla="*/ 117613 h 118232"/>
                <a:gd name="connsiteX49" fmla="*/ 3068260 w 6123261"/>
                <a:gd name="connsiteY49" fmla="*/ 118232 h 118232"/>
                <a:gd name="connsiteX50" fmla="*/ 3061846 w 6123261"/>
                <a:gd name="connsiteY50" fmla="*/ 117913 h 118232"/>
                <a:gd name="connsiteX51" fmla="*/ 3055001 w 6123261"/>
                <a:gd name="connsiteY51" fmla="*/ 118232 h 118232"/>
                <a:gd name="connsiteX52" fmla="*/ 3055001 w 6123261"/>
                <a:gd name="connsiteY52" fmla="*/ 117572 h 118232"/>
                <a:gd name="connsiteX53" fmla="*/ 2950996 w 6123261"/>
                <a:gd name="connsiteY53" fmla="*/ 112392 h 118232"/>
                <a:gd name="connsiteX54" fmla="*/ 2838140 w 6123261"/>
                <a:gd name="connsiteY54" fmla="*/ 99079 h 118232"/>
                <a:gd name="connsiteX55" fmla="*/ 2684727 w 6123261"/>
                <a:gd name="connsiteY55" fmla="*/ 85543 h 118232"/>
                <a:gd name="connsiteX56" fmla="*/ 2531314 w 6123261"/>
                <a:gd name="connsiteY56" fmla="*/ 99944 h 118232"/>
                <a:gd name="connsiteX57" fmla="*/ 2301195 w 6123261"/>
                <a:gd name="connsiteY57" fmla="*/ 118232 h 118232"/>
                <a:gd name="connsiteX58" fmla="*/ 2071075 w 6123261"/>
                <a:gd name="connsiteY58" fmla="*/ 99944 h 118232"/>
                <a:gd name="connsiteX59" fmla="*/ 1917662 w 6123261"/>
                <a:gd name="connsiteY59" fmla="*/ 85543 h 118232"/>
                <a:gd name="connsiteX60" fmla="*/ 1764249 w 6123261"/>
                <a:gd name="connsiteY60" fmla="*/ 99944 h 118232"/>
                <a:gd name="connsiteX61" fmla="*/ 1534130 w 6123261"/>
                <a:gd name="connsiteY61" fmla="*/ 118232 h 118232"/>
                <a:gd name="connsiteX62" fmla="*/ 1304010 w 6123261"/>
                <a:gd name="connsiteY62" fmla="*/ 99079 h 118232"/>
                <a:gd name="connsiteX63" fmla="*/ 1150597 w 6123261"/>
                <a:gd name="connsiteY63" fmla="*/ 85543 h 118232"/>
                <a:gd name="connsiteX64" fmla="*/ 997184 w 6123261"/>
                <a:gd name="connsiteY64" fmla="*/ 99944 h 118232"/>
                <a:gd name="connsiteX65" fmla="*/ 767065 w 6123261"/>
                <a:gd name="connsiteY65" fmla="*/ 118232 h 118232"/>
                <a:gd name="connsiteX66" fmla="*/ 536945 w 6123261"/>
                <a:gd name="connsiteY66" fmla="*/ 99944 h 118232"/>
                <a:gd name="connsiteX67" fmla="*/ 383532 w 6123261"/>
                <a:gd name="connsiteY67" fmla="*/ 85543 h 118232"/>
                <a:gd name="connsiteX68" fmla="*/ 230119 w 6123261"/>
                <a:gd name="connsiteY68" fmla="*/ 99944 h 118232"/>
                <a:gd name="connsiteX69" fmla="*/ 0 w 6123261"/>
                <a:gd name="connsiteY69" fmla="*/ 118232 h 118232"/>
                <a:gd name="connsiteX70" fmla="*/ 0 w 6123261"/>
                <a:gd name="connsiteY70" fmla="*/ 31826 h 118232"/>
                <a:gd name="connsiteX71" fmla="*/ 153413 w 6123261"/>
                <a:gd name="connsiteY71" fmla="*/ 18290 h 118232"/>
                <a:gd name="connsiteX72" fmla="*/ 383532 w 6123261"/>
                <a:gd name="connsiteY72" fmla="*/ 0 h 11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123261" h="118232">
                  <a:moveTo>
                    <a:pt x="383532" y="0"/>
                  </a:moveTo>
                  <a:cubicBezTo>
                    <a:pt x="462449" y="1148"/>
                    <a:pt x="540267" y="7333"/>
                    <a:pt x="613652" y="18290"/>
                  </a:cubicBezTo>
                  <a:cubicBezTo>
                    <a:pt x="662510" y="25881"/>
                    <a:pt x="714317" y="30453"/>
                    <a:pt x="767065" y="31826"/>
                  </a:cubicBezTo>
                  <a:cubicBezTo>
                    <a:pt x="819813" y="30453"/>
                    <a:pt x="871619" y="25881"/>
                    <a:pt x="920478" y="18290"/>
                  </a:cubicBezTo>
                  <a:cubicBezTo>
                    <a:pt x="993862" y="7333"/>
                    <a:pt x="1071680" y="1148"/>
                    <a:pt x="1150597" y="0"/>
                  </a:cubicBezTo>
                  <a:cubicBezTo>
                    <a:pt x="1229514" y="1148"/>
                    <a:pt x="1307332" y="7333"/>
                    <a:pt x="1380717" y="18290"/>
                  </a:cubicBezTo>
                  <a:cubicBezTo>
                    <a:pt x="1429571" y="25881"/>
                    <a:pt x="1481382" y="30453"/>
                    <a:pt x="1534130" y="31826"/>
                  </a:cubicBezTo>
                  <a:cubicBezTo>
                    <a:pt x="1586878" y="30453"/>
                    <a:pt x="1638688" y="25881"/>
                    <a:pt x="1687543" y="18290"/>
                  </a:cubicBezTo>
                  <a:cubicBezTo>
                    <a:pt x="1760927" y="7333"/>
                    <a:pt x="1838745" y="1148"/>
                    <a:pt x="1917662" y="0"/>
                  </a:cubicBezTo>
                  <a:cubicBezTo>
                    <a:pt x="1996579" y="1148"/>
                    <a:pt x="2074397" y="7333"/>
                    <a:pt x="2147782" y="18290"/>
                  </a:cubicBezTo>
                  <a:cubicBezTo>
                    <a:pt x="2196636" y="25881"/>
                    <a:pt x="2248447" y="30453"/>
                    <a:pt x="2301195" y="31826"/>
                  </a:cubicBezTo>
                  <a:cubicBezTo>
                    <a:pt x="2353943" y="30453"/>
                    <a:pt x="2405753" y="25881"/>
                    <a:pt x="2454608" y="18290"/>
                  </a:cubicBezTo>
                  <a:cubicBezTo>
                    <a:pt x="2527992" y="7333"/>
                    <a:pt x="2605810" y="1148"/>
                    <a:pt x="2684727" y="0"/>
                  </a:cubicBezTo>
                  <a:cubicBezTo>
                    <a:pt x="2763644" y="1148"/>
                    <a:pt x="2841462" y="7333"/>
                    <a:pt x="2914847" y="18290"/>
                  </a:cubicBezTo>
                  <a:lnTo>
                    <a:pt x="3061631" y="31241"/>
                  </a:lnTo>
                  <a:lnTo>
                    <a:pt x="3208414" y="18290"/>
                  </a:lnTo>
                  <a:cubicBezTo>
                    <a:pt x="3281799" y="7333"/>
                    <a:pt x="3359617" y="1148"/>
                    <a:pt x="3438534" y="0"/>
                  </a:cubicBezTo>
                  <a:cubicBezTo>
                    <a:pt x="3517451" y="1148"/>
                    <a:pt x="3595269" y="7333"/>
                    <a:pt x="3668653" y="18290"/>
                  </a:cubicBezTo>
                  <a:cubicBezTo>
                    <a:pt x="3717512" y="25881"/>
                    <a:pt x="3769318" y="30453"/>
                    <a:pt x="3822066" y="31826"/>
                  </a:cubicBezTo>
                  <a:cubicBezTo>
                    <a:pt x="3874815" y="30453"/>
                    <a:pt x="3926621" y="25881"/>
                    <a:pt x="3975479" y="18290"/>
                  </a:cubicBezTo>
                  <a:cubicBezTo>
                    <a:pt x="4048864" y="7333"/>
                    <a:pt x="4126682" y="1148"/>
                    <a:pt x="4205599" y="0"/>
                  </a:cubicBezTo>
                  <a:cubicBezTo>
                    <a:pt x="4284516" y="1148"/>
                    <a:pt x="4362334" y="7333"/>
                    <a:pt x="4435718" y="18290"/>
                  </a:cubicBezTo>
                  <a:cubicBezTo>
                    <a:pt x="4484573" y="25881"/>
                    <a:pt x="4536383" y="30453"/>
                    <a:pt x="4589131" y="31826"/>
                  </a:cubicBezTo>
                  <a:cubicBezTo>
                    <a:pt x="4641879" y="30453"/>
                    <a:pt x="4693690" y="25881"/>
                    <a:pt x="4742544" y="18290"/>
                  </a:cubicBezTo>
                  <a:cubicBezTo>
                    <a:pt x="4815929" y="7333"/>
                    <a:pt x="4893747" y="1148"/>
                    <a:pt x="4972664" y="0"/>
                  </a:cubicBezTo>
                  <a:cubicBezTo>
                    <a:pt x="5051581" y="1148"/>
                    <a:pt x="5129399" y="7333"/>
                    <a:pt x="5202783" y="18290"/>
                  </a:cubicBezTo>
                  <a:cubicBezTo>
                    <a:pt x="5251638" y="25881"/>
                    <a:pt x="5303448" y="30453"/>
                    <a:pt x="5356196" y="31826"/>
                  </a:cubicBezTo>
                  <a:cubicBezTo>
                    <a:pt x="5408944" y="30453"/>
                    <a:pt x="5460755" y="25881"/>
                    <a:pt x="5509609" y="18290"/>
                  </a:cubicBezTo>
                  <a:cubicBezTo>
                    <a:pt x="5582994" y="7333"/>
                    <a:pt x="5660812" y="1148"/>
                    <a:pt x="5739729" y="0"/>
                  </a:cubicBezTo>
                  <a:cubicBezTo>
                    <a:pt x="5818646" y="1148"/>
                    <a:pt x="5896464" y="7333"/>
                    <a:pt x="5969848" y="18290"/>
                  </a:cubicBezTo>
                  <a:cubicBezTo>
                    <a:pt x="6018703" y="25881"/>
                    <a:pt x="6070513" y="30453"/>
                    <a:pt x="6123261" y="31826"/>
                  </a:cubicBezTo>
                  <a:lnTo>
                    <a:pt x="6123261" y="118232"/>
                  </a:lnTo>
                  <a:cubicBezTo>
                    <a:pt x="6044187" y="116877"/>
                    <a:pt x="5966337" y="110397"/>
                    <a:pt x="5893142" y="99079"/>
                  </a:cubicBezTo>
                  <a:cubicBezTo>
                    <a:pt x="5844287" y="91486"/>
                    <a:pt x="5792477" y="86916"/>
                    <a:pt x="5739729" y="85543"/>
                  </a:cubicBezTo>
                  <a:cubicBezTo>
                    <a:pt x="5686851" y="87194"/>
                    <a:pt x="5635041" y="92058"/>
                    <a:pt x="5586316" y="99944"/>
                  </a:cubicBezTo>
                  <a:cubicBezTo>
                    <a:pt x="5512931" y="110899"/>
                    <a:pt x="5435113" y="117085"/>
                    <a:pt x="5356196" y="118232"/>
                  </a:cubicBezTo>
                  <a:cubicBezTo>
                    <a:pt x="5277279" y="117085"/>
                    <a:pt x="5199461" y="110899"/>
                    <a:pt x="5126077" y="99944"/>
                  </a:cubicBezTo>
                  <a:cubicBezTo>
                    <a:pt x="5077351" y="92058"/>
                    <a:pt x="5025541" y="87194"/>
                    <a:pt x="4972664" y="85543"/>
                  </a:cubicBezTo>
                  <a:cubicBezTo>
                    <a:pt x="4919787" y="87194"/>
                    <a:pt x="4867976" y="92058"/>
                    <a:pt x="4819251" y="99944"/>
                  </a:cubicBezTo>
                  <a:cubicBezTo>
                    <a:pt x="4745866" y="110899"/>
                    <a:pt x="4668048" y="117085"/>
                    <a:pt x="4589131" y="118232"/>
                  </a:cubicBezTo>
                  <a:cubicBezTo>
                    <a:pt x="4510057" y="116877"/>
                    <a:pt x="4432207" y="110397"/>
                    <a:pt x="4359012" y="99079"/>
                  </a:cubicBezTo>
                  <a:cubicBezTo>
                    <a:pt x="4310157" y="91486"/>
                    <a:pt x="4258347" y="86916"/>
                    <a:pt x="4205599" y="85543"/>
                  </a:cubicBezTo>
                  <a:cubicBezTo>
                    <a:pt x="4152722" y="87192"/>
                    <a:pt x="4100911" y="92058"/>
                    <a:pt x="4052186" y="99944"/>
                  </a:cubicBezTo>
                  <a:cubicBezTo>
                    <a:pt x="3978801" y="110899"/>
                    <a:pt x="3900983" y="117085"/>
                    <a:pt x="3822066" y="118232"/>
                  </a:cubicBezTo>
                  <a:cubicBezTo>
                    <a:pt x="3743149" y="117085"/>
                    <a:pt x="3665331" y="110899"/>
                    <a:pt x="3591947" y="99944"/>
                  </a:cubicBezTo>
                  <a:cubicBezTo>
                    <a:pt x="3543221" y="92058"/>
                    <a:pt x="3491411" y="87192"/>
                    <a:pt x="3438534" y="85543"/>
                  </a:cubicBezTo>
                  <a:cubicBezTo>
                    <a:pt x="3385657" y="87192"/>
                    <a:pt x="3333846" y="92058"/>
                    <a:pt x="3285121" y="99944"/>
                  </a:cubicBezTo>
                  <a:cubicBezTo>
                    <a:pt x="3248428" y="105422"/>
                    <a:pt x="3210628" y="109707"/>
                    <a:pt x="3172136" y="112766"/>
                  </a:cubicBezTo>
                  <a:lnTo>
                    <a:pt x="3068260" y="117613"/>
                  </a:lnTo>
                  <a:lnTo>
                    <a:pt x="3068260" y="118232"/>
                  </a:lnTo>
                  <a:lnTo>
                    <a:pt x="3061846" y="117913"/>
                  </a:lnTo>
                  <a:lnTo>
                    <a:pt x="3055001" y="118232"/>
                  </a:lnTo>
                  <a:lnTo>
                    <a:pt x="3055001" y="117572"/>
                  </a:lnTo>
                  <a:lnTo>
                    <a:pt x="2950996" y="112392"/>
                  </a:lnTo>
                  <a:cubicBezTo>
                    <a:pt x="2912499" y="109188"/>
                    <a:pt x="2874738" y="104738"/>
                    <a:pt x="2838140" y="99079"/>
                  </a:cubicBezTo>
                  <a:cubicBezTo>
                    <a:pt x="2789286" y="91486"/>
                    <a:pt x="2737476" y="86916"/>
                    <a:pt x="2684727" y="85543"/>
                  </a:cubicBezTo>
                  <a:cubicBezTo>
                    <a:pt x="2631850" y="87194"/>
                    <a:pt x="2580040" y="92058"/>
                    <a:pt x="2531314" y="99944"/>
                  </a:cubicBezTo>
                  <a:cubicBezTo>
                    <a:pt x="2457930" y="110899"/>
                    <a:pt x="2380112" y="117085"/>
                    <a:pt x="2301195" y="118232"/>
                  </a:cubicBezTo>
                  <a:cubicBezTo>
                    <a:pt x="2222278" y="117085"/>
                    <a:pt x="2144460" y="110899"/>
                    <a:pt x="2071075" y="99944"/>
                  </a:cubicBezTo>
                  <a:cubicBezTo>
                    <a:pt x="2022350" y="92058"/>
                    <a:pt x="1970539" y="87194"/>
                    <a:pt x="1917662" y="85543"/>
                  </a:cubicBezTo>
                  <a:cubicBezTo>
                    <a:pt x="1864785" y="87194"/>
                    <a:pt x="1812975" y="92058"/>
                    <a:pt x="1764249" y="99944"/>
                  </a:cubicBezTo>
                  <a:cubicBezTo>
                    <a:pt x="1690865" y="110899"/>
                    <a:pt x="1613047" y="117085"/>
                    <a:pt x="1534130" y="118232"/>
                  </a:cubicBezTo>
                  <a:cubicBezTo>
                    <a:pt x="1455056" y="116877"/>
                    <a:pt x="1377206" y="110397"/>
                    <a:pt x="1304010" y="99079"/>
                  </a:cubicBezTo>
                  <a:cubicBezTo>
                    <a:pt x="1255156" y="91486"/>
                    <a:pt x="1203346" y="86916"/>
                    <a:pt x="1150597" y="85543"/>
                  </a:cubicBezTo>
                  <a:cubicBezTo>
                    <a:pt x="1097720" y="87192"/>
                    <a:pt x="1045910" y="92058"/>
                    <a:pt x="997184" y="99944"/>
                  </a:cubicBezTo>
                  <a:cubicBezTo>
                    <a:pt x="923800" y="110899"/>
                    <a:pt x="845982" y="117085"/>
                    <a:pt x="767065" y="118232"/>
                  </a:cubicBezTo>
                  <a:cubicBezTo>
                    <a:pt x="688148" y="117085"/>
                    <a:pt x="610330" y="110899"/>
                    <a:pt x="536945" y="99944"/>
                  </a:cubicBezTo>
                  <a:cubicBezTo>
                    <a:pt x="488220" y="92058"/>
                    <a:pt x="436410" y="87192"/>
                    <a:pt x="383532" y="85543"/>
                  </a:cubicBezTo>
                  <a:cubicBezTo>
                    <a:pt x="330655" y="87192"/>
                    <a:pt x="278845" y="92058"/>
                    <a:pt x="230119" y="99944"/>
                  </a:cubicBezTo>
                  <a:cubicBezTo>
                    <a:pt x="156735" y="110899"/>
                    <a:pt x="78917" y="117085"/>
                    <a:pt x="0" y="118232"/>
                  </a:cubicBezTo>
                  <a:lnTo>
                    <a:pt x="0" y="31826"/>
                  </a:lnTo>
                  <a:cubicBezTo>
                    <a:pt x="52748" y="30453"/>
                    <a:pt x="104554" y="25881"/>
                    <a:pt x="153413" y="18290"/>
                  </a:cubicBezTo>
                  <a:cubicBezTo>
                    <a:pt x="226797" y="7333"/>
                    <a:pt x="304615" y="1148"/>
                    <a:pt x="383532" y="0"/>
                  </a:cubicBezTo>
                  <a:close/>
                </a:path>
              </a:pathLst>
            </a:custGeom>
            <a:solidFill>
              <a:schemeClr val="accent1"/>
            </a:solidFill>
            <a:ln w="508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196A4D7-C849-129B-4881-CA5A177B7EE7}"/>
                </a:ext>
              </a:extLst>
            </p:cNvPr>
            <p:cNvSpPr txBox="1"/>
            <p:nvPr/>
          </p:nvSpPr>
          <p:spPr>
            <a:xfrm>
              <a:off x="186146" y="4523917"/>
              <a:ext cx="17032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1200" b="1" dirty="0">
                  <a:latin typeface="+mn-lt"/>
                </a:rPr>
                <a:t>cool sea surface</a:t>
              </a:r>
            </a:p>
          </p:txBody>
        </p:sp>
      </p:grpSp>
      <p:grpSp>
        <p:nvGrpSpPr>
          <p:cNvPr id="34" name="SST equations">
            <a:extLst>
              <a:ext uri="{FF2B5EF4-FFF2-40B4-BE49-F238E27FC236}">
                <a16:creationId xmlns:a16="http://schemas.microsoft.com/office/drawing/2014/main" id="{DDC6E2F0-A86F-E7A2-19D3-D4E3F4186556}"/>
              </a:ext>
            </a:extLst>
          </p:cNvPr>
          <p:cNvGrpSpPr/>
          <p:nvPr/>
        </p:nvGrpSpPr>
        <p:grpSpPr>
          <a:xfrm>
            <a:off x="1969281" y="4412647"/>
            <a:ext cx="5642315" cy="369332"/>
            <a:chOff x="1969281" y="4507898"/>
            <a:chExt cx="5642315" cy="369332"/>
          </a:xfrm>
        </p:grpSpPr>
        <p:grpSp>
          <p:nvGrpSpPr>
            <p:cNvPr id="189" name="Graphic 106" descr="Sort outline">
              <a:extLst>
                <a:ext uri="{FF2B5EF4-FFF2-40B4-BE49-F238E27FC236}">
                  <a16:creationId xmlns:a16="http://schemas.microsoft.com/office/drawing/2014/main" id="{6D55D475-5D85-0F77-ED9A-F9FAE0DE9D8F}"/>
                </a:ext>
              </a:extLst>
            </p:cNvPr>
            <p:cNvGrpSpPr/>
            <p:nvPr/>
          </p:nvGrpSpPr>
          <p:grpSpPr>
            <a:xfrm>
              <a:off x="7193448" y="4577374"/>
              <a:ext cx="418148" cy="253747"/>
              <a:chOff x="6404211" y="2491808"/>
              <a:chExt cx="709774" cy="253747"/>
            </a:xfrm>
            <a:solidFill>
              <a:schemeClr val="bg1"/>
            </a:solidFill>
          </p:grpSpPr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9998ABBA-DB3F-C063-E701-2D2C04D23228}"/>
                  </a:ext>
                </a:extLst>
              </p:cNvPr>
              <p:cNvSpPr/>
              <p:nvPr/>
            </p:nvSpPr>
            <p:spPr>
              <a:xfrm rot="16200000">
                <a:off x="6656221" y="2239798"/>
                <a:ext cx="138414" cy="642433"/>
              </a:xfrm>
              <a:custGeom>
                <a:avLst/>
                <a:gdLst>
                  <a:gd name="connsiteX0" fmla="*/ 100378 w 214149"/>
                  <a:gd name="connsiteY0" fmla="*/ 408535 h 415232"/>
                  <a:gd name="connsiteX1" fmla="*/ 107075 w 214149"/>
                  <a:gd name="connsiteY1" fmla="*/ 415233 h 415232"/>
                  <a:gd name="connsiteX2" fmla="*/ 113772 w 214149"/>
                  <a:gd name="connsiteY2" fmla="*/ 408535 h 415232"/>
                  <a:gd name="connsiteX3" fmla="*/ 113772 w 214149"/>
                  <a:gd name="connsiteY3" fmla="*/ 23024 h 415232"/>
                  <a:gd name="connsiteX4" fmla="*/ 113840 w 214149"/>
                  <a:gd name="connsiteY4" fmla="*/ 22958 h 415232"/>
                  <a:gd name="connsiteX5" fmla="*/ 113886 w 214149"/>
                  <a:gd name="connsiteY5" fmla="*/ 22977 h 415232"/>
                  <a:gd name="connsiteX6" fmla="*/ 202800 w 214149"/>
                  <a:gd name="connsiteY6" fmla="*/ 111891 h 415232"/>
                  <a:gd name="connsiteX7" fmla="*/ 212270 w 214149"/>
                  <a:gd name="connsiteY7" fmla="*/ 111726 h 415232"/>
                  <a:gd name="connsiteX8" fmla="*/ 212270 w 214149"/>
                  <a:gd name="connsiteY8" fmla="*/ 102421 h 415232"/>
                  <a:gd name="connsiteX9" fmla="*/ 111810 w 214149"/>
                  <a:gd name="connsiteY9" fmla="*/ 1961 h 415232"/>
                  <a:gd name="connsiteX10" fmla="*/ 102340 w 214149"/>
                  <a:gd name="connsiteY10" fmla="*/ 1961 h 415232"/>
                  <a:gd name="connsiteX11" fmla="*/ 1880 w 214149"/>
                  <a:gd name="connsiteY11" fmla="*/ 102421 h 415232"/>
                  <a:gd name="connsiteX12" fmla="*/ 2045 w 214149"/>
                  <a:gd name="connsiteY12" fmla="*/ 111891 h 415232"/>
                  <a:gd name="connsiteX13" fmla="*/ 11350 w 214149"/>
                  <a:gd name="connsiteY13" fmla="*/ 111891 h 415232"/>
                  <a:gd name="connsiteX14" fmla="*/ 100264 w 214149"/>
                  <a:gd name="connsiteY14" fmla="*/ 22977 h 415232"/>
                  <a:gd name="connsiteX15" fmla="*/ 100358 w 214149"/>
                  <a:gd name="connsiteY15" fmla="*/ 22978 h 415232"/>
                  <a:gd name="connsiteX16" fmla="*/ 100378 w 214149"/>
                  <a:gd name="connsiteY16" fmla="*/ 23024 h 415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4149" h="415232">
                    <a:moveTo>
                      <a:pt x="100378" y="408535"/>
                    </a:moveTo>
                    <a:cubicBezTo>
                      <a:pt x="100378" y="412234"/>
                      <a:pt x="103376" y="415233"/>
                      <a:pt x="107075" y="415233"/>
                    </a:cubicBezTo>
                    <a:cubicBezTo>
                      <a:pt x="110774" y="415233"/>
                      <a:pt x="113772" y="412234"/>
                      <a:pt x="113772" y="408535"/>
                    </a:cubicBezTo>
                    <a:lnTo>
                      <a:pt x="113772" y="23024"/>
                    </a:lnTo>
                    <a:cubicBezTo>
                      <a:pt x="113773" y="22987"/>
                      <a:pt x="113803" y="22957"/>
                      <a:pt x="113840" y="22958"/>
                    </a:cubicBezTo>
                    <a:cubicBezTo>
                      <a:pt x="113857" y="22958"/>
                      <a:pt x="113874" y="22965"/>
                      <a:pt x="113886" y="22977"/>
                    </a:cubicBezTo>
                    <a:lnTo>
                      <a:pt x="202800" y="111891"/>
                    </a:lnTo>
                    <a:cubicBezTo>
                      <a:pt x="205461" y="114461"/>
                      <a:pt x="209700" y="114387"/>
                      <a:pt x="212270" y="111726"/>
                    </a:cubicBezTo>
                    <a:cubicBezTo>
                      <a:pt x="214777" y="109131"/>
                      <a:pt x="214777" y="105016"/>
                      <a:pt x="212270" y="102421"/>
                    </a:cubicBezTo>
                    <a:lnTo>
                      <a:pt x="111810" y="1961"/>
                    </a:lnTo>
                    <a:cubicBezTo>
                      <a:pt x="109195" y="-654"/>
                      <a:pt x="104955" y="-654"/>
                      <a:pt x="102340" y="1961"/>
                    </a:cubicBezTo>
                    <a:lnTo>
                      <a:pt x="1880" y="102421"/>
                    </a:lnTo>
                    <a:cubicBezTo>
                      <a:pt x="-690" y="105082"/>
                      <a:pt x="-616" y="109321"/>
                      <a:pt x="2045" y="111891"/>
                    </a:cubicBezTo>
                    <a:cubicBezTo>
                      <a:pt x="4640" y="114398"/>
                      <a:pt x="8755" y="114398"/>
                      <a:pt x="11350" y="111891"/>
                    </a:cubicBezTo>
                    <a:lnTo>
                      <a:pt x="100264" y="22977"/>
                    </a:lnTo>
                    <a:cubicBezTo>
                      <a:pt x="100290" y="22951"/>
                      <a:pt x="100333" y="22952"/>
                      <a:pt x="100358" y="22978"/>
                    </a:cubicBezTo>
                    <a:cubicBezTo>
                      <a:pt x="100370" y="22990"/>
                      <a:pt x="100378" y="23007"/>
                      <a:pt x="100378" y="23024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200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BA9DE06D-C3DB-39FD-BE86-07D692DADFA8}"/>
                  </a:ext>
                </a:extLst>
              </p:cNvPr>
              <p:cNvSpPr/>
              <p:nvPr/>
            </p:nvSpPr>
            <p:spPr>
              <a:xfrm rot="16200000">
                <a:off x="6723560" y="2355130"/>
                <a:ext cx="138416" cy="642434"/>
              </a:xfrm>
              <a:custGeom>
                <a:avLst/>
                <a:gdLst>
                  <a:gd name="connsiteX0" fmla="*/ 202800 w 214149"/>
                  <a:gd name="connsiteY0" fmla="*/ 303342 h 415232"/>
                  <a:gd name="connsiteX1" fmla="*/ 113886 w 214149"/>
                  <a:gd name="connsiteY1" fmla="*/ 392256 h 415232"/>
                  <a:gd name="connsiteX2" fmla="*/ 113792 w 214149"/>
                  <a:gd name="connsiteY2" fmla="*/ 392255 h 415232"/>
                  <a:gd name="connsiteX3" fmla="*/ 113772 w 214149"/>
                  <a:gd name="connsiteY3" fmla="*/ 392209 h 415232"/>
                  <a:gd name="connsiteX4" fmla="*/ 113772 w 214149"/>
                  <a:gd name="connsiteY4" fmla="*/ 6697 h 415232"/>
                  <a:gd name="connsiteX5" fmla="*/ 107075 w 214149"/>
                  <a:gd name="connsiteY5" fmla="*/ 0 h 415232"/>
                  <a:gd name="connsiteX6" fmla="*/ 100378 w 214149"/>
                  <a:gd name="connsiteY6" fmla="*/ 6697 h 415232"/>
                  <a:gd name="connsiteX7" fmla="*/ 100378 w 214149"/>
                  <a:gd name="connsiteY7" fmla="*/ 392209 h 415232"/>
                  <a:gd name="connsiteX8" fmla="*/ 100310 w 214149"/>
                  <a:gd name="connsiteY8" fmla="*/ 392275 h 415232"/>
                  <a:gd name="connsiteX9" fmla="*/ 100264 w 214149"/>
                  <a:gd name="connsiteY9" fmla="*/ 392256 h 415232"/>
                  <a:gd name="connsiteX10" fmla="*/ 11350 w 214149"/>
                  <a:gd name="connsiteY10" fmla="*/ 303342 h 415232"/>
                  <a:gd name="connsiteX11" fmla="*/ 1880 w 214149"/>
                  <a:gd name="connsiteY11" fmla="*/ 303507 h 415232"/>
                  <a:gd name="connsiteX12" fmla="*/ 1880 w 214149"/>
                  <a:gd name="connsiteY12" fmla="*/ 312812 h 415232"/>
                  <a:gd name="connsiteX13" fmla="*/ 102340 w 214149"/>
                  <a:gd name="connsiteY13" fmla="*/ 413272 h 415232"/>
                  <a:gd name="connsiteX14" fmla="*/ 111810 w 214149"/>
                  <a:gd name="connsiteY14" fmla="*/ 413272 h 415232"/>
                  <a:gd name="connsiteX15" fmla="*/ 212270 w 214149"/>
                  <a:gd name="connsiteY15" fmla="*/ 312812 h 415232"/>
                  <a:gd name="connsiteX16" fmla="*/ 212105 w 214149"/>
                  <a:gd name="connsiteY16" fmla="*/ 303342 h 415232"/>
                  <a:gd name="connsiteX17" fmla="*/ 202800 w 214149"/>
                  <a:gd name="connsiteY17" fmla="*/ 303342 h 415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4149" h="415232">
                    <a:moveTo>
                      <a:pt x="202800" y="303342"/>
                    </a:moveTo>
                    <a:lnTo>
                      <a:pt x="113886" y="392256"/>
                    </a:lnTo>
                    <a:cubicBezTo>
                      <a:pt x="113860" y="392282"/>
                      <a:pt x="113817" y="392281"/>
                      <a:pt x="113792" y="392255"/>
                    </a:cubicBezTo>
                    <a:cubicBezTo>
                      <a:pt x="113780" y="392242"/>
                      <a:pt x="113772" y="392226"/>
                      <a:pt x="113772" y="392209"/>
                    </a:cubicBezTo>
                    <a:lnTo>
                      <a:pt x="113772" y="6697"/>
                    </a:lnTo>
                    <a:cubicBezTo>
                      <a:pt x="113772" y="2998"/>
                      <a:pt x="110774" y="0"/>
                      <a:pt x="107075" y="0"/>
                    </a:cubicBezTo>
                    <a:cubicBezTo>
                      <a:pt x="103376" y="0"/>
                      <a:pt x="100378" y="2998"/>
                      <a:pt x="100378" y="6697"/>
                    </a:cubicBezTo>
                    <a:lnTo>
                      <a:pt x="100378" y="392209"/>
                    </a:lnTo>
                    <a:cubicBezTo>
                      <a:pt x="100377" y="392245"/>
                      <a:pt x="100347" y="392275"/>
                      <a:pt x="100310" y="392275"/>
                    </a:cubicBezTo>
                    <a:cubicBezTo>
                      <a:pt x="100293" y="392274"/>
                      <a:pt x="100276" y="392268"/>
                      <a:pt x="100264" y="392256"/>
                    </a:cubicBezTo>
                    <a:lnTo>
                      <a:pt x="11350" y="303342"/>
                    </a:lnTo>
                    <a:cubicBezTo>
                      <a:pt x="8689" y="300772"/>
                      <a:pt x="4450" y="300846"/>
                      <a:pt x="1880" y="303507"/>
                    </a:cubicBezTo>
                    <a:cubicBezTo>
                      <a:pt x="-627" y="306102"/>
                      <a:pt x="-627" y="310217"/>
                      <a:pt x="1880" y="312812"/>
                    </a:cubicBezTo>
                    <a:lnTo>
                      <a:pt x="102340" y="413272"/>
                    </a:lnTo>
                    <a:cubicBezTo>
                      <a:pt x="104955" y="415886"/>
                      <a:pt x="109195" y="415886"/>
                      <a:pt x="111810" y="413272"/>
                    </a:cubicBezTo>
                    <a:lnTo>
                      <a:pt x="212270" y="312812"/>
                    </a:lnTo>
                    <a:cubicBezTo>
                      <a:pt x="214840" y="310151"/>
                      <a:pt x="214766" y="305912"/>
                      <a:pt x="212105" y="303342"/>
                    </a:cubicBezTo>
                    <a:cubicBezTo>
                      <a:pt x="209510" y="300835"/>
                      <a:pt x="205395" y="300835"/>
                      <a:pt x="202800" y="303342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2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6D327ACC-43C8-679D-61F7-7EFC6B04AB81}"/>
                    </a:ext>
                  </a:extLst>
                </p:cNvPr>
                <p:cNvSpPr txBox="1"/>
                <p:nvPr/>
              </p:nvSpPr>
              <p:spPr>
                <a:xfrm>
                  <a:off x="1969281" y="4507898"/>
                  <a:ext cx="53019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GB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𝐻𝐹</m:t>
                        </m:r>
                        <m:r>
                          <a:rPr lang="en-GB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GB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𝐻𝐹</m:t>
                        </m:r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↓</m:t>
                            </m:r>
                          </m:sub>
                        </m:sSub>
                        <m:r>
                          <a:rPr lang="en-GB" sz="1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GB" sz="1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GB" sz="1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GB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GB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GB" sz="1800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6D327ACC-43C8-679D-61F7-7EFC6B04A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9281" y="4507898"/>
                  <a:ext cx="5301934" cy="369332"/>
                </a:xfrm>
                <a:prstGeom prst="rect">
                  <a:avLst/>
                </a:prstGeom>
                <a:blipFill>
                  <a:blip r:embed="rId48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1" name="Subsidence">
            <a:extLst>
              <a:ext uri="{FF2B5EF4-FFF2-40B4-BE49-F238E27FC236}">
                <a16:creationId xmlns:a16="http://schemas.microsoft.com/office/drawing/2014/main" id="{A73B510E-D247-B300-C6A9-CF9F9096CD03}"/>
              </a:ext>
            </a:extLst>
          </p:cNvPr>
          <p:cNvGrpSpPr/>
          <p:nvPr/>
        </p:nvGrpSpPr>
        <p:grpSpPr>
          <a:xfrm>
            <a:off x="1763945" y="1337532"/>
            <a:ext cx="2480903" cy="461665"/>
            <a:chOff x="2215186" y="1629243"/>
            <a:chExt cx="2480903" cy="461665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346D2FE-D28A-D8A8-2E59-1633D30AEE8E}"/>
                </a:ext>
              </a:extLst>
            </p:cNvPr>
            <p:cNvGrpSpPr/>
            <p:nvPr/>
          </p:nvGrpSpPr>
          <p:grpSpPr>
            <a:xfrm>
              <a:off x="3382882" y="1678590"/>
              <a:ext cx="832725" cy="408201"/>
              <a:chOff x="3382882" y="1678590"/>
              <a:chExt cx="832725" cy="408201"/>
            </a:xfrm>
          </p:grpSpPr>
          <p:cxnSp>
            <p:nvCxnSpPr>
              <p:cNvPr id="205" name="Straight Arrow Connector 204">
                <a:extLst>
                  <a:ext uri="{FF2B5EF4-FFF2-40B4-BE49-F238E27FC236}">
                    <a16:creationId xmlns:a16="http://schemas.microsoft.com/office/drawing/2014/main" id="{A1C43E59-A335-2CEA-27B9-4DEFEF451F24}"/>
                  </a:ext>
                </a:extLst>
              </p:cNvPr>
              <p:cNvCxnSpPr/>
              <p:nvPr/>
            </p:nvCxnSpPr>
            <p:spPr>
              <a:xfrm>
                <a:off x="3382882" y="1678590"/>
                <a:ext cx="0" cy="4082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Arrow Connector 205">
                <a:extLst>
                  <a:ext uri="{FF2B5EF4-FFF2-40B4-BE49-F238E27FC236}">
                    <a16:creationId xmlns:a16="http://schemas.microsoft.com/office/drawing/2014/main" id="{63FEBF98-4631-98B7-A077-6BCE5E7E7965}"/>
                  </a:ext>
                </a:extLst>
              </p:cNvPr>
              <p:cNvCxnSpPr/>
              <p:nvPr/>
            </p:nvCxnSpPr>
            <p:spPr>
              <a:xfrm>
                <a:off x="3591063" y="1678590"/>
                <a:ext cx="0" cy="4082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Arrow Connector 206">
                <a:extLst>
                  <a:ext uri="{FF2B5EF4-FFF2-40B4-BE49-F238E27FC236}">
                    <a16:creationId xmlns:a16="http://schemas.microsoft.com/office/drawing/2014/main" id="{07ACD57D-0CEB-B7EA-5AC8-36F0E82DBB20}"/>
                  </a:ext>
                </a:extLst>
              </p:cNvPr>
              <p:cNvCxnSpPr/>
              <p:nvPr/>
            </p:nvCxnSpPr>
            <p:spPr>
              <a:xfrm>
                <a:off x="3799244" y="1678590"/>
                <a:ext cx="0" cy="4082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B625F0E8-7E31-F5BA-0E34-7911BF0CDC41}"/>
                  </a:ext>
                </a:extLst>
              </p:cNvPr>
              <p:cNvCxnSpPr/>
              <p:nvPr/>
            </p:nvCxnSpPr>
            <p:spPr>
              <a:xfrm>
                <a:off x="4007425" y="1678590"/>
                <a:ext cx="0" cy="4082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Arrow Connector 208">
                <a:extLst>
                  <a:ext uri="{FF2B5EF4-FFF2-40B4-BE49-F238E27FC236}">
                    <a16:creationId xmlns:a16="http://schemas.microsoft.com/office/drawing/2014/main" id="{B128B486-2C2B-B09D-BB9A-18F8200EA778}"/>
                  </a:ext>
                </a:extLst>
              </p:cNvPr>
              <p:cNvCxnSpPr/>
              <p:nvPr/>
            </p:nvCxnSpPr>
            <p:spPr>
              <a:xfrm>
                <a:off x="4215607" y="1678590"/>
                <a:ext cx="0" cy="4082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917C35E8-7FDA-2BCB-A1DF-156BC5FCADF2}"/>
                    </a:ext>
                  </a:extLst>
                </p:cNvPr>
                <p:cNvSpPr txBox="1"/>
                <p:nvPr/>
              </p:nvSpPr>
              <p:spPr>
                <a:xfrm>
                  <a:off x="4199501" y="1667771"/>
                  <a:ext cx="4965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GB" sz="18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917C35E8-7FDA-2BCB-A1DF-156BC5FCA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9501" y="1667771"/>
                  <a:ext cx="49658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8F0FB619-F987-8589-CA7B-FCEB5AF66648}"/>
                </a:ext>
              </a:extLst>
            </p:cNvPr>
            <p:cNvSpPr txBox="1"/>
            <p:nvPr/>
          </p:nvSpPr>
          <p:spPr>
            <a:xfrm>
              <a:off x="2215186" y="1629243"/>
              <a:ext cx="11634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200" b="1" dirty="0">
                  <a:latin typeface="+mn-lt"/>
                </a:rPr>
                <a:t>large scale</a:t>
              </a:r>
            </a:p>
            <a:p>
              <a:pPr algn="r"/>
              <a:r>
                <a:rPr lang="en-GB" sz="1200" b="1" dirty="0">
                  <a:latin typeface="+mn-lt"/>
                </a:rPr>
                <a:t>subsidence</a:t>
              </a:r>
            </a:p>
          </p:txBody>
        </p:sp>
      </p:grpSp>
      <p:grpSp>
        <p:nvGrpSpPr>
          <p:cNvPr id="24" name="Surface wind">
            <a:extLst>
              <a:ext uri="{FF2B5EF4-FFF2-40B4-BE49-F238E27FC236}">
                <a16:creationId xmlns:a16="http://schemas.microsoft.com/office/drawing/2014/main" id="{885AB12D-16B0-49DE-2F82-4B6BA834365E}"/>
              </a:ext>
            </a:extLst>
          </p:cNvPr>
          <p:cNvGrpSpPr/>
          <p:nvPr/>
        </p:nvGrpSpPr>
        <p:grpSpPr>
          <a:xfrm>
            <a:off x="3321683" y="3745099"/>
            <a:ext cx="1471276" cy="812053"/>
            <a:chOff x="3464522" y="3814949"/>
            <a:chExt cx="1471276" cy="812053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93B132FE-B451-C799-6C57-8FDBB9EEF9B8}"/>
                </a:ext>
              </a:extLst>
            </p:cNvPr>
            <p:cNvSpPr txBox="1"/>
            <p:nvPr/>
          </p:nvSpPr>
          <p:spPr>
            <a:xfrm>
              <a:off x="3464522" y="3864689"/>
              <a:ext cx="1427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+mn-lt"/>
                </a:rPr>
                <a:t>surface wind</a:t>
              </a:r>
            </a:p>
          </p:txBody>
        </p:sp>
        <p:pic>
          <p:nvPicPr>
            <p:cNvPr id="201" name="Graphic 200" descr="Windy outline">
              <a:extLst>
                <a:ext uri="{FF2B5EF4-FFF2-40B4-BE49-F238E27FC236}">
                  <a16:creationId xmlns:a16="http://schemas.microsoft.com/office/drawing/2014/main" id="{76D2680C-A856-2859-B130-BE14F11F0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3541182" y="4047157"/>
              <a:ext cx="579845" cy="579845"/>
            </a:xfrm>
            <a:prstGeom prst="rect">
              <a:avLst/>
            </a:prstGeom>
          </p:spPr>
        </p:pic>
        <p:pic>
          <p:nvPicPr>
            <p:cNvPr id="252" name="Graphic 251" descr="Merger outline">
              <a:extLst>
                <a:ext uri="{FF2B5EF4-FFF2-40B4-BE49-F238E27FC236}">
                  <a16:creationId xmlns:a16="http://schemas.microsoft.com/office/drawing/2014/main" id="{F2C701AA-FEE7-F5A6-7046-28DF599A8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 rot="16200000">
              <a:off x="3923526" y="4017938"/>
              <a:ext cx="569568" cy="569568"/>
            </a:xfrm>
            <a:prstGeom prst="rect">
              <a:avLst/>
            </a:prstGeom>
          </p:spPr>
        </p:pic>
        <p:pic>
          <p:nvPicPr>
            <p:cNvPr id="259" name="Graphic 258" descr="Windy outline">
              <a:extLst>
                <a:ext uri="{FF2B5EF4-FFF2-40B4-BE49-F238E27FC236}">
                  <a16:creationId xmlns:a16="http://schemas.microsoft.com/office/drawing/2014/main" id="{3904D4AD-8384-271F-0D6C-2ED8ED9E1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 flipH="1">
              <a:off x="4291063" y="4047157"/>
              <a:ext cx="496587" cy="5798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B5EB2616-268C-4CCB-B0A4-67C80A26766A}"/>
                    </a:ext>
                  </a:extLst>
                </p:cNvPr>
                <p:cNvSpPr txBox="1"/>
                <p:nvPr/>
              </p:nvSpPr>
              <p:spPr>
                <a:xfrm>
                  <a:off x="4613704" y="3814949"/>
                  <a:ext cx="32209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GB" sz="18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B5EB2616-268C-4CCB-B0A4-67C80A2676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3704" y="3814949"/>
                  <a:ext cx="322094" cy="369332"/>
                </a:xfrm>
                <a:prstGeom prst="rect">
                  <a:avLst/>
                </a:prstGeom>
                <a:blipFill>
                  <a:blip r:embed="rId53"/>
                  <a:stretch>
                    <a:fillRect r="-377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Entrainment">
            <a:extLst>
              <a:ext uri="{FF2B5EF4-FFF2-40B4-BE49-F238E27FC236}">
                <a16:creationId xmlns:a16="http://schemas.microsoft.com/office/drawing/2014/main" id="{0193A8AA-DEE7-4DF2-ED7A-D30D64196965}"/>
              </a:ext>
            </a:extLst>
          </p:cNvPr>
          <p:cNvGrpSpPr/>
          <p:nvPr/>
        </p:nvGrpSpPr>
        <p:grpSpPr>
          <a:xfrm>
            <a:off x="2826739" y="2309416"/>
            <a:ext cx="1471558" cy="1036514"/>
            <a:chOff x="3224531" y="2309416"/>
            <a:chExt cx="1471558" cy="1036514"/>
          </a:xfrm>
        </p:grpSpPr>
        <p:pic>
          <p:nvPicPr>
            <p:cNvPr id="95" name="Graphic 94" descr="Merger outline">
              <a:extLst>
                <a:ext uri="{FF2B5EF4-FFF2-40B4-BE49-F238E27FC236}">
                  <a16:creationId xmlns:a16="http://schemas.microsoft.com/office/drawing/2014/main" id="{3708D998-06EB-8F19-DFFE-2E603EEB3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 rot="16200000">
              <a:off x="3456792" y="2418586"/>
              <a:ext cx="914400" cy="9144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60D9758-94D4-0E9C-591C-0730EDC094DD}"/>
                    </a:ext>
                  </a:extLst>
                </p:cNvPr>
                <p:cNvSpPr txBox="1"/>
                <p:nvPr/>
              </p:nvSpPr>
              <p:spPr>
                <a:xfrm>
                  <a:off x="3707593" y="2309416"/>
                  <a:ext cx="4965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GB" sz="18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60D9758-94D4-0E9C-591C-0730EDC094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7593" y="2309416"/>
                  <a:ext cx="496588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813AD63D-210C-888B-B367-E2227052DDE4}"/>
                </a:ext>
              </a:extLst>
            </p:cNvPr>
            <p:cNvSpPr txBox="1"/>
            <p:nvPr/>
          </p:nvSpPr>
          <p:spPr>
            <a:xfrm>
              <a:off x="3224531" y="3068931"/>
              <a:ext cx="14715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+mn-lt"/>
                </a:rPr>
                <a:t>entrainment</a:t>
              </a:r>
            </a:p>
          </p:txBody>
        </p:sp>
        <p:grpSp>
          <p:nvGrpSpPr>
            <p:cNvPr id="264" name="Graphic 224" descr="Arrow circle outline">
              <a:extLst>
                <a:ext uri="{FF2B5EF4-FFF2-40B4-BE49-F238E27FC236}">
                  <a16:creationId xmlns:a16="http://schemas.microsoft.com/office/drawing/2014/main" id="{A6E78E58-EBD9-BBE6-7A9F-49E4436FB800}"/>
                </a:ext>
              </a:extLst>
            </p:cNvPr>
            <p:cNvGrpSpPr/>
            <p:nvPr/>
          </p:nvGrpSpPr>
          <p:grpSpPr>
            <a:xfrm flipH="1">
              <a:off x="3464521" y="2669852"/>
              <a:ext cx="408575" cy="421497"/>
              <a:chOff x="9564570" y="4912083"/>
              <a:chExt cx="617095" cy="598785"/>
            </a:xfrm>
            <a:solidFill>
              <a:srgbClr val="000000"/>
            </a:solidFill>
          </p:grpSpPr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65FD9786-24DD-38EB-1D69-409639F79B45}"/>
                  </a:ext>
                </a:extLst>
              </p:cNvPr>
              <p:cNvSpPr/>
              <p:nvPr/>
            </p:nvSpPr>
            <p:spPr>
              <a:xfrm>
                <a:off x="9930960" y="5077180"/>
                <a:ext cx="250704" cy="433688"/>
              </a:xfrm>
              <a:custGeom>
                <a:avLst/>
                <a:gdLst>
                  <a:gd name="connsiteX0" fmla="*/ 250704 w 250704"/>
                  <a:gd name="connsiteY0" fmla="*/ 110992 h 433688"/>
                  <a:gd name="connsiteX1" fmla="*/ 230016 w 250704"/>
                  <a:gd name="connsiteY1" fmla="*/ 5902 h 433688"/>
                  <a:gd name="connsiteX2" fmla="*/ 217576 w 250704"/>
                  <a:gd name="connsiteY2" fmla="*/ 721 h 433688"/>
                  <a:gd name="connsiteX3" fmla="*/ 212395 w 250704"/>
                  <a:gd name="connsiteY3" fmla="*/ 13160 h 433688"/>
                  <a:gd name="connsiteX4" fmla="*/ 71994 w 250704"/>
                  <a:gd name="connsiteY4" fmla="*/ 348917 h 433688"/>
                  <a:gd name="connsiteX5" fmla="*/ 28200 w 250704"/>
                  <a:gd name="connsiteY5" fmla="*/ 362471 h 433688"/>
                  <a:gd name="connsiteX6" fmla="*/ 28086 w 250704"/>
                  <a:gd name="connsiteY6" fmla="*/ 362328 h 433688"/>
                  <a:gd name="connsiteX7" fmla="*/ 66072 w 250704"/>
                  <a:gd name="connsiteY7" fmla="*/ 295176 h 433688"/>
                  <a:gd name="connsiteX8" fmla="*/ 63395 w 250704"/>
                  <a:gd name="connsiteY8" fmla="*/ 281975 h 433688"/>
                  <a:gd name="connsiteX9" fmla="*/ 50194 w 250704"/>
                  <a:gd name="connsiteY9" fmla="*/ 284651 h 433688"/>
                  <a:gd name="connsiteX10" fmla="*/ 49517 w 250704"/>
                  <a:gd name="connsiteY10" fmla="*/ 285851 h 433688"/>
                  <a:gd name="connsiteX11" fmla="*/ 1235 w 250704"/>
                  <a:gd name="connsiteY11" fmla="*/ 371224 h 433688"/>
                  <a:gd name="connsiteX12" fmla="*/ 4839 w 250704"/>
                  <a:gd name="connsiteY12" fmla="*/ 384204 h 433688"/>
                  <a:gd name="connsiteX13" fmla="*/ 4845 w 250704"/>
                  <a:gd name="connsiteY13" fmla="*/ 384207 h 433688"/>
                  <a:gd name="connsiteX14" fmla="*/ 90056 w 250704"/>
                  <a:gd name="connsiteY14" fmla="*/ 432394 h 433688"/>
                  <a:gd name="connsiteX15" fmla="*/ 103080 w 250704"/>
                  <a:gd name="connsiteY15" fmla="*/ 428955 h 433688"/>
                  <a:gd name="connsiteX16" fmla="*/ 99642 w 250704"/>
                  <a:gd name="connsiteY16" fmla="*/ 415932 h 433688"/>
                  <a:gd name="connsiteX17" fmla="*/ 99428 w 250704"/>
                  <a:gd name="connsiteY17" fmla="*/ 415811 h 433688"/>
                  <a:gd name="connsiteX18" fmla="*/ 36735 w 250704"/>
                  <a:gd name="connsiteY18" fmla="*/ 380359 h 433688"/>
                  <a:gd name="connsiteX19" fmla="*/ 36735 w 250704"/>
                  <a:gd name="connsiteY19" fmla="*/ 380187 h 433688"/>
                  <a:gd name="connsiteX20" fmla="*/ 250704 w 250704"/>
                  <a:gd name="connsiteY20" fmla="*/ 110992 h 43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0704" h="433688">
                    <a:moveTo>
                      <a:pt x="250704" y="110992"/>
                    </a:moveTo>
                    <a:cubicBezTo>
                      <a:pt x="250768" y="74944"/>
                      <a:pt x="243738" y="39236"/>
                      <a:pt x="230016" y="5902"/>
                    </a:cubicBezTo>
                    <a:cubicBezTo>
                      <a:pt x="228012" y="1036"/>
                      <a:pt x="222443" y="-1283"/>
                      <a:pt x="217576" y="721"/>
                    </a:cubicBezTo>
                    <a:cubicBezTo>
                      <a:pt x="212710" y="2725"/>
                      <a:pt x="210391" y="8294"/>
                      <a:pt x="212395" y="13160"/>
                    </a:cubicBezTo>
                    <a:cubicBezTo>
                      <a:pt x="266340" y="144647"/>
                      <a:pt x="203481" y="294971"/>
                      <a:pt x="71994" y="348917"/>
                    </a:cubicBezTo>
                    <a:cubicBezTo>
                      <a:pt x="57829" y="354729"/>
                      <a:pt x="43173" y="359264"/>
                      <a:pt x="28200" y="362471"/>
                    </a:cubicBezTo>
                    <a:cubicBezTo>
                      <a:pt x="28076" y="362471"/>
                      <a:pt x="28029" y="362471"/>
                      <a:pt x="28086" y="362328"/>
                    </a:cubicBezTo>
                    <a:lnTo>
                      <a:pt x="66072" y="295176"/>
                    </a:lnTo>
                    <a:cubicBezTo>
                      <a:pt x="68978" y="290792"/>
                      <a:pt x="67779" y="284881"/>
                      <a:pt x="63395" y="281975"/>
                    </a:cubicBezTo>
                    <a:cubicBezTo>
                      <a:pt x="59011" y="279068"/>
                      <a:pt x="53100" y="280267"/>
                      <a:pt x="50194" y="284651"/>
                    </a:cubicBezTo>
                    <a:cubicBezTo>
                      <a:pt x="49939" y="285034"/>
                      <a:pt x="49713" y="285435"/>
                      <a:pt x="49517" y="285851"/>
                    </a:cubicBezTo>
                    <a:lnTo>
                      <a:pt x="1235" y="371224"/>
                    </a:lnTo>
                    <a:cubicBezTo>
                      <a:pt x="-1354" y="375804"/>
                      <a:pt x="260" y="381615"/>
                      <a:pt x="4839" y="384204"/>
                    </a:cubicBezTo>
                    <a:cubicBezTo>
                      <a:pt x="4841" y="384205"/>
                      <a:pt x="4843" y="384206"/>
                      <a:pt x="4845" y="384207"/>
                    </a:cubicBezTo>
                    <a:lnTo>
                      <a:pt x="90056" y="432394"/>
                    </a:lnTo>
                    <a:cubicBezTo>
                      <a:pt x="94602" y="435041"/>
                      <a:pt x="100433" y="433501"/>
                      <a:pt x="103080" y="428955"/>
                    </a:cubicBezTo>
                    <a:cubicBezTo>
                      <a:pt x="105727" y="424410"/>
                      <a:pt x="104188" y="418579"/>
                      <a:pt x="99642" y="415932"/>
                    </a:cubicBezTo>
                    <a:cubicBezTo>
                      <a:pt x="99571" y="415891"/>
                      <a:pt x="99500" y="415850"/>
                      <a:pt x="99428" y="415811"/>
                    </a:cubicBezTo>
                    <a:lnTo>
                      <a:pt x="36735" y="380359"/>
                    </a:lnTo>
                    <a:cubicBezTo>
                      <a:pt x="36620" y="380292"/>
                      <a:pt x="36639" y="380216"/>
                      <a:pt x="36735" y="380187"/>
                    </a:cubicBezTo>
                    <a:cubicBezTo>
                      <a:pt x="161784" y="350821"/>
                      <a:pt x="250313" y="239442"/>
                      <a:pt x="250704" y="11099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7912DE6F-4054-46A2-197E-92B15AF0A7D8}"/>
                  </a:ext>
                </a:extLst>
              </p:cNvPr>
              <p:cNvSpPr/>
              <p:nvPr/>
            </p:nvSpPr>
            <p:spPr>
              <a:xfrm>
                <a:off x="9564570" y="5076567"/>
                <a:ext cx="315026" cy="385466"/>
              </a:xfrm>
              <a:custGeom>
                <a:avLst/>
                <a:gdLst>
                  <a:gd name="connsiteX0" fmla="*/ 306704 w 315026"/>
                  <a:gd name="connsiteY0" fmla="*/ 366474 h 385466"/>
                  <a:gd name="connsiteX1" fmla="*/ 212349 w 315026"/>
                  <a:gd name="connsiteY1" fmla="*/ 334241 h 385466"/>
                  <a:gd name="connsiteX2" fmla="*/ 96220 w 315026"/>
                  <a:gd name="connsiteY2" fmla="*/ 32518 h 385466"/>
                  <a:gd name="connsiteX3" fmla="*/ 96392 w 315026"/>
                  <a:gd name="connsiteY3" fmla="*/ 32518 h 385466"/>
                  <a:gd name="connsiteX4" fmla="*/ 135397 w 315026"/>
                  <a:gd name="connsiteY4" fmla="*/ 98964 h 385466"/>
                  <a:gd name="connsiteX5" fmla="*/ 148441 w 315026"/>
                  <a:gd name="connsiteY5" fmla="*/ 102341 h 385466"/>
                  <a:gd name="connsiteX6" fmla="*/ 151818 w 315026"/>
                  <a:gd name="connsiteY6" fmla="*/ 89297 h 385466"/>
                  <a:gd name="connsiteX7" fmla="*/ 102173 w 315026"/>
                  <a:gd name="connsiteY7" fmla="*/ 4705 h 385466"/>
                  <a:gd name="connsiteX8" fmla="*/ 89137 w 315026"/>
                  <a:gd name="connsiteY8" fmla="*/ 1312 h 385466"/>
                  <a:gd name="connsiteX9" fmla="*/ 89134 w 315026"/>
                  <a:gd name="connsiteY9" fmla="*/ 1314 h 385466"/>
                  <a:gd name="connsiteX10" fmla="*/ 4704 w 315026"/>
                  <a:gd name="connsiteY10" fmla="*/ 50844 h 385466"/>
                  <a:gd name="connsiteX11" fmla="*/ 1313 w 315026"/>
                  <a:gd name="connsiteY11" fmla="*/ 63884 h 385466"/>
                  <a:gd name="connsiteX12" fmla="*/ 14353 w 315026"/>
                  <a:gd name="connsiteY12" fmla="*/ 67275 h 385466"/>
                  <a:gd name="connsiteX13" fmla="*/ 76589 w 315026"/>
                  <a:gd name="connsiteY13" fmla="*/ 30746 h 385466"/>
                  <a:gd name="connsiteX14" fmla="*/ 76723 w 315026"/>
                  <a:gd name="connsiteY14" fmla="*/ 30851 h 385466"/>
                  <a:gd name="connsiteX15" fmla="*/ 260592 w 315026"/>
                  <a:gd name="connsiteY15" fmla="*/ 375866 h 385466"/>
                  <a:gd name="connsiteX16" fmla="*/ 304170 w 315026"/>
                  <a:gd name="connsiteY16" fmla="*/ 385381 h 385466"/>
                  <a:gd name="connsiteX17" fmla="*/ 305456 w 315026"/>
                  <a:gd name="connsiteY17" fmla="*/ 385467 h 385466"/>
                  <a:gd name="connsiteX18" fmla="*/ 315027 w 315026"/>
                  <a:gd name="connsiteY18" fmla="*/ 375989 h 385466"/>
                  <a:gd name="connsiteX19" fmla="*/ 306704 w 315026"/>
                  <a:gd name="connsiteY19" fmla="*/ 366493 h 385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5026" h="385466">
                    <a:moveTo>
                      <a:pt x="306704" y="366474"/>
                    </a:moveTo>
                    <a:cubicBezTo>
                      <a:pt x="273440" y="362030"/>
                      <a:pt x="241379" y="351077"/>
                      <a:pt x="212349" y="334241"/>
                    </a:cubicBezTo>
                    <a:cubicBezTo>
                      <a:pt x="107665" y="273352"/>
                      <a:pt x="59373" y="147881"/>
                      <a:pt x="96220" y="32518"/>
                    </a:cubicBezTo>
                    <a:cubicBezTo>
                      <a:pt x="96220" y="32404"/>
                      <a:pt x="96335" y="32394"/>
                      <a:pt x="96392" y="32518"/>
                    </a:cubicBezTo>
                    <a:lnTo>
                      <a:pt x="135397" y="98964"/>
                    </a:lnTo>
                    <a:cubicBezTo>
                      <a:pt x="138066" y="103499"/>
                      <a:pt x="143906" y="105011"/>
                      <a:pt x="148441" y="102341"/>
                    </a:cubicBezTo>
                    <a:cubicBezTo>
                      <a:pt x="152976" y="99671"/>
                      <a:pt x="154488" y="93831"/>
                      <a:pt x="151818" y="89297"/>
                    </a:cubicBezTo>
                    <a:lnTo>
                      <a:pt x="102173" y="4705"/>
                    </a:lnTo>
                    <a:cubicBezTo>
                      <a:pt x="99510" y="168"/>
                      <a:pt x="93674" y="-1351"/>
                      <a:pt x="89137" y="1312"/>
                    </a:cubicBezTo>
                    <a:cubicBezTo>
                      <a:pt x="89136" y="1312"/>
                      <a:pt x="89135" y="1313"/>
                      <a:pt x="89134" y="1314"/>
                    </a:cubicBezTo>
                    <a:lnTo>
                      <a:pt x="4704" y="50844"/>
                    </a:lnTo>
                    <a:cubicBezTo>
                      <a:pt x="167" y="53508"/>
                      <a:pt x="-1351" y="59347"/>
                      <a:pt x="1313" y="63884"/>
                    </a:cubicBezTo>
                    <a:cubicBezTo>
                      <a:pt x="3977" y="68421"/>
                      <a:pt x="9816" y="69939"/>
                      <a:pt x="14353" y="67275"/>
                    </a:cubicBezTo>
                    <a:lnTo>
                      <a:pt x="76589" y="30746"/>
                    </a:lnTo>
                    <a:cubicBezTo>
                      <a:pt x="76703" y="30680"/>
                      <a:pt x="76761" y="30746"/>
                      <a:pt x="76723" y="30851"/>
                    </a:cubicBezTo>
                    <a:cubicBezTo>
                      <a:pt x="32224" y="176898"/>
                      <a:pt x="114544" y="331367"/>
                      <a:pt x="260592" y="375866"/>
                    </a:cubicBezTo>
                    <a:cubicBezTo>
                      <a:pt x="274838" y="380206"/>
                      <a:pt x="289411" y="383389"/>
                      <a:pt x="304170" y="385381"/>
                    </a:cubicBezTo>
                    <a:cubicBezTo>
                      <a:pt x="304596" y="385438"/>
                      <a:pt x="305026" y="385467"/>
                      <a:pt x="305456" y="385467"/>
                    </a:cubicBezTo>
                    <a:cubicBezTo>
                      <a:pt x="310717" y="385493"/>
                      <a:pt x="315002" y="381248"/>
                      <a:pt x="315027" y="375989"/>
                    </a:cubicBezTo>
                    <a:cubicBezTo>
                      <a:pt x="315050" y="371175"/>
                      <a:pt x="311479" y="367101"/>
                      <a:pt x="306704" y="3664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28CFB8E-61A9-6B9F-2BC2-6E70B698B785}"/>
                  </a:ext>
                </a:extLst>
              </p:cNvPr>
              <p:cNvSpPr/>
              <p:nvPr/>
            </p:nvSpPr>
            <p:spPr>
              <a:xfrm>
                <a:off x="9684774" y="4912083"/>
                <a:ext cx="442235" cy="123011"/>
              </a:xfrm>
              <a:custGeom>
                <a:avLst/>
                <a:gdLst>
                  <a:gd name="connsiteX0" fmla="*/ 411213 w 442235"/>
                  <a:gd name="connsiteY0" fmla="*/ 103419 h 123011"/>
                  <a:gd name="connsiteX1" fmla="*/ 411146 w 442235"/>
                  <a:gd name="connsiteY1" fmla="*/ 103581 h 123011"/>
                  <a:gd name="connsiteX2" fmla="*/ 334556 w 442235"/>
                  <a:gd name="connsiteY2" fmla="*/ 103962 h 123011"/>
                  <a:gd name="connsiteX3" fmla="*/ 325055 w 442235"/>
                  <a:gd name="connsiteY3" fmla="*/ 113511 h 123011"/>
                  <a:gd name="connsiteX4" fmla="*/ 334604 w 442235"/>
                  <a:gd name="connsiteY4" fmla="*/ 123012 h 123011"/>
                  <a:gd name="connsiteX5" fmla="*/ 334604 w 442235"/>
                  <a:gd name="connsiteY5" fmla="*/ 123012 h 123011"/>
                  <a:gd name="connsiteX6" fmla="*/ 432711 w 442235"/>
                  <a:gd name="connsiteY6" fmla="*/ 122526 h 123011"/>
                  <a:gd name="connsiteX7" fmla="*/ 442236 w 442235"/>
                  <a:gd name="connsiteY7" fmla="*/ 113001 h 123011"/>
                  <a:gd name="connsiteX8" fmla="*/ 441722 w 442235"/>
                  <a:gd name="connsiteY8" fmla="*/ 15065 h 123011"/>
                  <a:gd name="connsiteX9" fmla="*/ 432936 w 442235"/>
                  <a:gd name="connsiteY9" fmla="*/ 5540 h 123011"/>
                  <a:gd name="connsiteX10" fmla="*/ 432197 w 442235"/>
                  <a:gd name="connsiteY10" fmla="*/ 5540 h 123011"/>
                  <a:gd name="connsiteX11" fmla="*/ 422672 w 442235"/>
                  <a:gd name="connsiteY11" fmla="*/ 15065 h 123011"/>
                  <a:gd name="connsiteX12" fmla="*/ 422672 w 442235"/>
                  <a:gd name="connsiteY12" fmla="*/ 15113 h 123011"/>
                  <a:gd name="connsiteX13" fmla="*/ 423034 w 442235"/>
                  <a:gd name="connsiteY13" fmla="*/ 87607 h 123011"/>
                  <a:gd name="connsiteX14" fmla="*/ 422872 w 442235"/>
                  <a:gd name="connsiteY14" fmla="*/ 87674 h 123011"/>
                  <a:gd name="connsiteX15" fmla="*/ 82610 w 442235"/>
                  <a:gd name="connsiteY15" fmla="*/ 36725 h 123011"/>
                  <a:gd name="connsiteX16" fmla="*/ 1952 w 442235"/>
                  <a:gd name="connsiteY16" fmla="*/ 107210 h 123011"/>
                  <a:gd name="connsiteX17" fmla="*/ 3749 w 442235"/>
                  <a:gd name="connsiteY17" fmla="*/ 120560 h 123011"/>
                  <a:gd name="connsiteX18" fmla="*/ 17040 w 442235"/>
                  <a:gd name="connsiteY18" fmla="*/ 118840 h 123011"/>
                  <a:gd name="connsiteX19" fmla="*/ 92135 w 442235"/>
                  <a:gd name="connsiteY19" fmla="*/ 53251 h 123011"/>
                  <a:gd name="connsiteX20" fmla="*/ 411213 w 442235"/>
                  <a:gd name="connsiteY20" fmla="*/ 103419 h 123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2235" h="123011">
                    <a:moveTo>
                      <a:pt x="411213" y="103419"/>
                    </a:moveTo>
                    <a:cubicBezTo>
                      <a:pt x="411299" y="103505"/>
                      <a:pt x="411270" y="103581"/>
                      <a:pt x="411146" y="103581"/>
                    </a:cubicBezTo>
                    <a:lnTo>
                      <a:pt x="334556" y="103962"/>
                    </a:lnTo>
                    <a:cubicBezTo>
                      <a:pt x="329295" y="103975"/>
                      <a:pt x="325041" y="108250"/>
                      <a:pt x="325055" y="113511"/>
                    </a:cubicBezTo>
                    <a:cubicBezTo>
                      <a:pt x="325068" y="118771"/>
                      <a:pt x="329343" y="123025"/>
                      <a:pt x="334604" y="123012"/>
                    </a:cubicBezTo>
                    <a:lnTo>
                      <a:pt x="334604" y="123012"/>
                    </a:lnTo>
                    <a:lnTo>
                      <a:pt x="432711" y="122526"/>
                    </a:lnTo>
                    <a:cubicBezTo>
                      <a:pt x="437972" y="122526"/>
                      <a:pt x="442236" y="118262"/>
                      <a:pt x="442236" y="113001"/>
                    </a:cubicBezTo>
                    <a:lnTo>
                      <a:pt x="441722" y="15065"/>
                    </a:lnTo>
                    <a:cubicBezTo>
                      <a:pt x="441926" y="10008"/>
                      <a:pt x="437992" y="5744"/>
                      <a:pt x="432936" y="5540"/>
                    </a:cubicBezTo>
                    <a:cubicBezTo>
                      <a:pt x="432689" y="5530"/>
                      <a:pt x="432442" y="5530"/>
                      <a:pt x="432197" y="5540"/>
                    </a:cubicBezTo>
                    <a:cubicBezTo>
                      <a:pt x="426936" y="5540"/>
                      <a:pt x="422672" y="9804"/>
                      <a:pt x="422672" y="15065"/>
                    </a:cubicBezTo>
                    <a:cubicBezTo>
                      <a:pt x="422672" y="15081"/>
                      <a:pt x="422672" y="15096"/>
                      <a:pt x="422672" y="15113"/>
                    </a:cubicBezTo>
                    <a:lnTo>
                      <a:pt x="423034" y="87607"/>
                    </a:lnTo>
                    <a:cubicBezTo>
                      <a:pt x="423034" y="87741"/>
                      <a:pt x="422967" y="87769"/>
                      <a:pt x="422872" y="87674"/>
                    </a:cubicBezTo>
                    <a:cubicBezTo>
                      <a:pt x="334959" y="-6101"/>
                      <a:pt x="194135" y="-27187"/>
                      <a:pt x="82610" y="36725"/>
                    </a:cubicBezTo>
                    <a:cubicBezTo>
                      <a:pt x="51358" y="54697"/>
                      <a:pt x="23950" y="78647"/>
                      <a:pt x="1952" y="107210"/>
                    </a:cubicBezTo>
                    <a:cubicBezTo>
                      <a:pt x="-1238" y="111392"/>
                      <a:pt x="-434" y="117369"/>
                      <a:pt x="3749" y="120560"/>
                    </a:cubicBezTo>
                    <a:cubicBezTo>
                      <a:pt x="7902" y="123727"/>
                      <a:pt x="13830" y="122960"/>
                      <a:pt x="17040" y="118840"/>
                    </a:cubicBezTo>
                    <a:cubicBezTo>
                      <a:pt x="37522" y="92257"/>
                      <a:pt x="63039" y="69970"/>
                      <a:pt x="92135" y="53251"/>
                    </a:cubicBezTo>
                    <a:cubicBezTo>
                      <a:pt x="197105" y="-6887"/>
                      <a:pt x="329762" y="13971"/>
                      <a:pt x="411213" y="10341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3" name="Graphic 224" descr="Arrow circle outline">
              <a:extLst>
                <a:ext uri="{FF2B5EF4-FFF2-40B4-BE49-F238E27FC236}">
                  <a16:creationId xmlns:a16="http://schemas.microsoft.com/office/drawing/2014/main" id="{202357AD-0A90-12A7-4710-74E261F51556}"/>
                </a:ext>
              </a:extLst>
            </p:cNvPr>
            <p:cNvGrpSpPr/>
            <p:nvPr/>
          </p:nvGrpSpPr>
          <p:grpSpPr>
            <a:xfrm>
              <a:off x="3948871" y="2669852"/>
              <a:ext cx="409427" cy="421497"/>
              <a:chOff x="9564570" y="4912083"/>
              <a:chExt cx="617095" cy="598785"/>
            </a:xfrm>
            <a:solidFill>
              <a:srgbClr val="000000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4A477A39-303D-1F41-CF0A-CFB9A87386DC}"/>
                  </a:ext>
                </a:extLst>
              </p:cNvPr>
              <p:cNvSpPr/>
              <p:nvPr/>
            </p:nvSpPr>
            <p:spPr>
              <a:xfrm>
                <a:off x="9930960" y="5077180"/>
                <a:ext cx="250704" cy="433688"/>
              </a:xfrm>
              <a:custGeom>
                <a:avLst/>
                <a:gdLst>
                  <a:gd name="connsiteX0" fmla="*/ 250704 w 250704"/>
                  <a:gd name="connsiteY0" fmla="*/ 110992 h 433688"/>
                  <a:gd name="connsiteX1" fmla="*/ 230016 w 250704"/>
                  <a:gd name="connsiteY1" fmla="*/ 5902 h 433688"/>
                  <a:gd name="connsiteX2" fmla="*/ 217576 w 250704"/>
                  <a:gd name="connsiteY2" fmla="*/ 721 h 433688"/>
                  <a:gd name="connsiteX3" fmla="*/ 212395 w 250704"/>
                  <a:gd name="connsiteY3" fmla="*/ 13160 h 433688"/>
                  <a:gd name="connsiteX4" fmla="*/ 71994 w 250704"/>
                  <a:gd name="connsiteY4" fmla="*/ 348917 h 433688"/>
                  <a:gd name="connsiteX5" fmla="*/ 28200 w 250704"/>
                  <a:gd name="connsiteY5" fmla="*/ 362471 h 433688"/>
                  <a:gd name="connsiteX6" fmla="*/ 28086 w 250704"/>
                  <a:gd name="connsiteY6" fmla="*/ 362328 h 433688"/>
                  <a:gd name="connsiteX7" fmla="*/ 66072 w 250704"/>
                  <a:gd name="connsiteY7" fmla="*/ 295176 h 433688"/>
                  <a:gd name="connsiteX8" fmla="*/ 63395 w 250704"/>
                  <a:gd name="connsiteY8" fmla="*/ 281975 h 433688"/>
                  <a:gd name="connsiteX9" fmla="*/ 50194 w 250704"/>
                  <a:gd name="connsiteY9" fmla="*/ 284651 h 433688"/>
                  <a:gd name="connsiteX10" fmla="*/ 49517 w 250704"/>
                  <a:gd name="connsiteY10" fmla="*/ 285851 h 433688"/>
                  <a:gd name="connsiteX11" fmla="*/ 1235 w 250704"/>
                  <a:gd name="connsiteY11" fmla="*/ 371224 h 433688"/>
                  <a:gd name="connsiteX12" fmla="*/ 4839 w 250704"/>
                  <a:gd name="connsiteY12" fmla="*/ 384204 h 433688"/>
                  <a:gd name="connsiteX13" fmla="*/ 4845 w 250704"/>
                  <a:gd name="connsiteY13" fmla="*/ 384207 h 433688"/>
                  <a:gd name="connsiteX14" fmla="*/ 90056 w 250704"/>
                  <a:gd name="connsiteY14" fmla="*/ 432394 h 433688"/>
                  <a:gd name="connsiteX15" fmla="*/ 103080 w 250704"/>
                  <a:gd name="connsiteY15" fmla="*/ 428955 h 433688"/>
                  <a:gd name="connsiteX16" fmla="*/ 99642 w 250704"/>
                  <a:gd name="connsiteY16" fmla="*/ 415932 h 433688"/>
                  <a:gd name="connsiteX17" fmla="*/ 99428 w 250704"/>
                  <a:gd name="connsiteY17" fmla="*/ 415811 h 433688"/>
                  <a:gd name="connsiteX18" fmla="*/ 36735 w 250704"/>
                  <a:gd name="connsiteY18" fmla="*/ 380359 h 433688"/>
                  <a:gd name="connsiteX19" fmla="*/ 36735 w 250704"/>
                  <a:gd name="connsiteY19" fmla="*/ 380187 h 433688"/>
                  <a:gd name="connsiteX20" fmla="*/ 250704 w 250704"/>
                  <a:gd name="connsiteY20" fmla="*/ 110992 h 43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0704" h="433688">
                    <a:moveTo>
                      <a:pt x="250704" y="110992"/>
                    </a:moveTo>
                    <a:cubicBezTo>
                      <a:pt x="250768" y="74944"/>
                      <a:pt x="243738" y="39236"/>
                      <a:pt x="230016" y="5902"/>
                    </a:cubicBezTo>
                    <a:cubicBezTo>
                      <a:pt x="228012" y="1036"/>
                      <a:pt x="222443" y="-1283"/>
                      <a:pt x="217576" y="721"/>
                    </a:cubicBezTo>
                    <a:cubicBezTo>
                      <a:pt x="212710" y="2725"/>
                      <a:pt x="210391" y="8294"/>
                      <a:pt x="212395" y="13160"/>
                    </a:cubicBezTo>
                    <a:cubicBezTo>
                      <a:pt x="266340" y="144647"/>
                      <a:pt x="203481" y="294971"/>
                      <a:pt x="71994" y="348917"/>
                    </a:cubicBezTo>
                    <a:cubicBezTo>
                      <a:pt x="57829" y="354729"/>
                      <a:pt x="43173" y="359264"/>
                      <a:pt x="28200" y="362471"/>
                    </a:cubicBezTo>
                    <a:cubicBezTo>
                      <a:pt x="28076" y="362471"/>
                      <a:pt x="28029" y="362471"/>
                      <a:pt x="28086" y="362328"/>
                    </a:cubicBezTo>
                    <a:lnTo>
                      <a:pt x="66072" y="295176"/>
                    </a:lnTo>
                    <a:cubicBezTo>
                      <a:pt x="68978" y="290792"/>
                      <a:pt x="67779" y="284881"/>
                      <a:pt x="63395" y="281975"/>
                    </a:cubicBezTo>
                    <a:cubicBezTo>
                      <a:pt x="59011" y="279068"/>
                      <a:pt x="53100" y="280267"/>
                      <a:pt x="50194" y="284651"/>
                    </a:cubicBezTo>
                    <a:cubicBezTo>
                      <a:pt x="49939" y="285034"/>
                      <a:pt x="49713" y="285435"/>
                      <a:pt x="49517" y="285851"/>
                    </a:cubicBezTo>
                    <a:lnTo>
                      <a:pt x="1235" y="371224"/>
                    </a:lnTo>
                    <a:cubicBezTo>
                      <a:pt x="-1354" y="375804"/>
                      <a:pt x="260" y="381615"/>
                      <a:pt x="4839" y="384204"/>
                    </a:cubicBezTo>
                    <a:cubicBezTo>
                      <a:pt x="4841" y="384205"/>
                      <a:pt x="4843" y="384206"/>
                      <a:pt x="4845" y="384207"/>
                    </a:cubicBezTo>
                    <a:lnTo>
                      <a:pt x="90056" y="432394"/>
                    </a:lnTo>
                    <a:cubicBezTo>
                      <a:pt x="94602" y="435041"/>
                      <a:pt x="100433" y="433501"/>
                      <a:pt x="103080" y="428955"/>
                    </a:cubicBezTo>
                    <a:cubicBezTo>
                      <a:pt x="105727" y="424410"/>
                      <a:pt x="104188" y="418579"/>
                      <a:pt x="99642" y="415932"/>
                    </a:cubicBezTo>
                    <a:cubicBezTo>
                      <a:pt x="99571" y="415891"/>
                      <a:pt x="99500" y="415850"/>
                      <a:pt x="99428" y="415811"/>
                    </a:cubicBezTo>
                    <a:lnTo>
                      <a:pt x="36735" y="380359"/>
                    </a:lnTo>
                    <a:cubicBezTo>
                      <a:pt x="36620" y="380292"/>
                      <a:pt x="36639" y="380216"/>
                      <a:pt x="36735" y="380187"/>
                    </a:cubicBezTo>
                    <a:cubicBezTo>
                      <a:pt x="161784" y="350821"/>
                      <a:pt x="250313" y="239442"/>
                      <a:pt x="250704" y="11099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C7CF091-A28B-4FBE-91C8-6EA770CAD6F8}"/>
                  </a:ext>
                </a:extLst>
              </p:cNvPr>
              <p:cNvSpPr/>
              <p:nvPr/>
            </p:nvSpPr>
            <p:spPr>
              <a:xfrm>
                <a:off x="9564570" y="5076567"/>
                <a:ext cx="315026" cy="385466"/>
              </a:xfrm>
              <a:custGeom>
                <a:avLst/>
                <a:gdLst>
                  <a:gd name="connsiteX0" fmla="*/ 306704 w 315026"/>
                  <a:gd name="connsiteY0" fmla="*/ 366474 h 385466"/>
                  <a:gd name="connsiteX1" fmla="*/ 212349 w 315026"/>
                  <a:gd name="connsiteY1" fmla="*/ 334241 h 385466"/>
                  <a:gd name="connsiteX2" fmla="*/ 96220 w 315026"/>
                  <a:gd name="connsiteY2" fmla="*/ 32518 h 385466"/>
                  <a:gd name="connsiteX3" fmla="*/ 96392 w 315026"/>
                  <a:gd name="connsiteY3" fmla="*/ 32518 h 385466"/>
                  <a:gd name="connsiteX4" fmla="*/ 135397 w 315026"/>
                  <a:gd name="connsiteY4" fmla="*/ 98964 h 385466"/>
                  <a:gd name="connsiteX5" fmla="*/ 148441 w 315026"/>
                  <a:gd name="connsiteY5" fmla="*/ 102341 h 385466"/>
                  <a:gd name="connsiteX6" fmla="*/ 151818 w 315026"/>
                  <a:gd name="connsiteY6" fmla="*/ 89297 h 385466"/>
                  <a:gd name="connsiteX7" fmla="*/ 102173 w 315026"/>
                  <a:gd name="connsiteY7" fmla="*/ 4705 h 385466"/>
                  <a:gd name="connsiteX8" fmla="*/ 89137 w 315026"/>
                  <a:gd name="connsiteY8" fmla="*/ 1312 h 385466"/>
                  <a:gd name="connsiteX9" fmla="*/ 89134 w 315026"/>
                  <a:gd name="connsiteY9" fmla="*/ 1314 h 385466"/>
                  <a:gd name="connsiteX10" fmla="*/ 4704 w 315026"/>
                  <a:gd name="connsiteY10" fmla="*/ 50844 h 385466"/>
                  <a:gd name="connsiteX11" fmla="*/ 1313 w 315026"/>
                  <a:gd name="connsiteY11" fmla="*/ 63884 h 385466"/>
                  <a:gd name="connsiteX12" fmla="*/ 14353 w 315026"/>
                  <a:gd name="connsiteY12" fmla="*/ 67275 h 385466"/>
                  <a:gd name="connsiteX13" fmla="*/ 76589 w 315026"/>
                  <a:gd name="connsiteY13" fmla="*/ 30746 h 385466"/>
                  <a:gd name="connsiteX14" fmla="*/ 76723 w 315026"/>
                  <a:gd name="connsiteY14" fmla="*/ 30851 h 385466"/>
                  <a:gd name="connsiteX15" fmla="*/ 260592 w 315026"/>
                  <a:gd name="connsiteY15" fmla="*/ 375866 h 385466"/>
                  <a:gd name="connsiteX16" fmla="*/ 304170 w 315026"/>
                  <a:gd name="connsiteY16" fmla="*/ 385381 h 385466"/>
                  <a:gd name="connsiteX17" fmla="*/ 305456 w 315026"/>
                  <a:gd name="connsiteY17" fmla="*/ 385467 h 385466"/>
                  <a:gd name="connsiteX18" fmla="*/ 315027 w 315026"/>
                  <a:gd name="connsiteY18" fmla="*/ 375989 h 385466"/>
                  <a:gd name="connsiteX19" fmla="*/ 306704 w 315026"/>
                  <a:gd name="connsiteY19" fmla="*/ 366493 h 385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5026" h="385466">
                    <a:moveTo>
                      <a:pt x="306704" y="366474"/>
                    </a:moveTo>
                    <a:cubicBezTo>
                      <a:pt x="273440" y="362030"/>
                      <a:pt x="241379" y="351077"/>
                      <a:pt x="212349" y="334241"/>
                    </a:cubicBezTo>
                    <a:cubicBezTo>
                      <a:pt x="107665" y="273352"/>
                      <a:pt x="59373" y="147881"/>
                      <a:pt x="96220" y="32518"/>
                    </a:cubicBezTo>
                    <a:cubicBezTo>
                      <a:pt x="96220" y="32404"/>
                      <a:pt x="96335" y="32394"/>
                      <a:pt x="96392" y="32518"/>
                    </a:cubicBezTo>
                    <a:lnTo>
                      <a:pt x="135397" y="98964"/>
                    </a:lnTo>
                    <a:cubicBezTo>
                      <a:pt x="138066" y="103499"/>
                      <a:pt x="143906" y="105011"/>
                      <a:pt x="148441" y="102341"/>
                    </a:cubicBezTo>
                    <a:cubicBezTo>
                      <a:pt x="152976" y="99671"/>
                      <a:pt x="154488" y="93831"/>
                      <a:pt x="151818" y="89297"/>
                    </a:cubicBezTo>
                    <a:lnTo>
                      <a:pt x="102173" y="4705"/>
                    </a:lnTo>
                    <a:cubicBezTo>
                      <a:pt x="99510" y="168"/>
                      <a:pt x="93674" y="-1351"/>
                      <a:pt x="89137" y="1312"/>
                    </a:cubicBezTo>
                    <a:cubicBezTo>
                      <a:pt x="89136" y="1312"/>
                      <a:pt x="89135" y="1313"/>
                      <a:pt x="89134" y="1314"/>
                    </a:cubicBezTo>
                    <a:lnTo>
                      <a:pt x="4704" y="50844"/>
                    </a:lnTo>
                    <a:cubicBezTo>
                      <a:pt x="167" y="53508"/>
                      <a:pt x="-1351" y="59347"/>
                      <a:pt x="1313" y="63884"/>
                    </a:cubicBezTo>
                    <a:cubicBezTo>
                      <a:pt x="3977" y="68421"/>
                      <a:pt x="9816" y="69939"/>
                      <a:pt x="14353" y="67275"/>
                    </a:cubicBezTo>
                    <a:lnTo>
                      <a:pt x="76589" y="30746"/>
                    </a:lnTo>
                    <a:cubicBezTo>
                      <a:pt x="76703" y="30680"/>
                      <a:pt x="76761" y="30746"/>
                      <a:pt x="76723" y="30851"/>
                    </a:cubicBezTo>
                    <a:cubicBezTo>
                      <a:pt x="32224" y="176898"/>
                      <a:pt x="114544" y="331367"/>
                      <a:pt x="260592" y="375866"/>
                    </a:cubicBezTo>
                    <a:cubicBezTo>
                      <a:pt x="274838" y="380206"/>
                      <a:pt x="289411" y="383389"/>
                      <a:pt x="304170" y="385381"/>
                    </a:cubicBezTo>
                    <a:cubicBezTo>
                      <a:pt x="304596" y="385438"/>
                      <a:pt x="305026" y="385467"/>
                      <a:pt x="305456" y="385467"/>
                    </a:cubicBezTo>
                    <a:cubicBezTo>
                      <a:pt x="310717" y="385493"/>
                      <a:pt x="315002" y="381248"/>
                      <a:pt x="315027" y="375989"/>
                    </a:cubicBezTo>
                    <a:cubicBezTo>
                      <a:pt x="315050" y="371175"/>
                      <a:pt x="311479" y="367101"/>
                      <a:pt x="306704" y="3664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211C967-32D2-6F6F-6C8B-3D5266A5684F}"/>
                  </a:ext>
                </a:extLst>
              </p:cNvPr>
              <p:cNvSpPr/>
              <p:nvPr/>
            </p:nvSpPr>
            <p:spPr>
              <a:xfrm>
                <a:off x="9684774" y="4912083"/>
                <a:ext cx="442235" cy="123011"/>
              </a:xfrm>
              <a:custGeom>
                <a:avLst/>
                <a:gdLst>
                  <a:gd name="connsiteX0" fmla="*/ 411213 w 442235"/>
                  <a:gd name="connsiteY0" fmla="*/ 103419 h 123011"/>
                  <a:gd name="connsiteX1" fmla="*/ 411146 w 442235"/>
                  <a:gd name="connsiteY1" fmla="*/ 103581 h 123011"/>
                  <a:gd name="connsiteX2" fmla="*/ 334556 w 442235"/>
                  <a:gd name="connsiteY2" fmla="*/ 103962 h 123011"/>
                  <a:gd name="connsiteX3" fmla="*/ 325055 w 442235"/>
                  <a:gd name="connsiteY3" fmla="*/ 113511 h 123011"/>
                  <a:gd name="connsiteX4" fmla="*/ 334604 w 442235"/>
                  <a:gd name="connsiteY4" fmla="*/ 123012 h 123011"/>
                  <a:gd name="connsiteX5" fmla="*/ 334604 w 442235"/>
                  <a:gd name="connsiteY5" fmla="*/ 123012 h 123011"/>
                  <a:gd name="connsiteX6" fmla="*/ 432711 w 442235"/>
                  <a:gd name="connsiteY6" fmla="*/ 122526 h 123011"/>
                  <a:gd name="connsiteX7" fmla="*/ 442236 w 442235"/>
                  <a:gd name="connsiteY7" fmla="*/ 113001 h 123011"/>
                  <a:gd name="connsiteX8" fmla="*/ 441722 w 442235"/>
                  <a:gd name="connsiteY8" fmla="*/ 15065 h 123011"/>
                  <a:gd name="connsiteX9" fmla="*/ 432936 w 442235"/>
                  <a:gd name="connsiteY9" fmla="*/ 5540 h 123011"/>
                  <a:gd name="connsiteX10" fmla="*/ 432197 w 442235"/>
                  <a:gd name="connsiteY10" fmla="*/ 5540 h 123011"/>
                  <a:gd name="connsiteX11" fmla="*/ 422672 w 442235"/>
                  <a:gd name="connsiteY11" fmla="*/ 15065 h 123011"/>
                  <a:gd name="connsiteX12" fmla="*/ 422672 w 442235"/>
                  <a:gd name="connsiteY12" fmla="*/ 15113 h 123011"/>
                  <a:gd name="connsiteX13" fmla="*/ 423034 w 442235"/>
                  <a:gd name="connsiteY13" fmla="*/ 87607 h 123011"/>
                  <a:gd name="connsiteX14" fmla="*/ 422872 w 442235"/>
                  <a:gd name="connsiteY14" fmla="*/ 87674 h 123011"/>
                  <a:gd name="connsiteX15" fmla="*/ 82610 w 442235"/>
                  <a:gd name="connsiteY15" fmla="*/ 36725 h 123011"/>
                  <a:gd name="connsiteX16" fmla="*/ 1952 w 442235"/>
                  <a:gd name="connsiteY16" fmla="*/ 107210 h 123011"/>
                  <a:gd name="connsiteX17" fmla="*/ 3749 w 442235"/>
                  <a:gd name="connsiteY17" fmla="*/ 120560 h 123011"/>
                  <a:gd name="connsiteX18" fmla="*/ 17040 w 442235"/>
                  <a:gd name="connsiteY18" fmla="*/ 118840 h 123011"/>
                  <a:gd name="connsiteX19" fmla="*/ 92135 w 442235"/>
                  <a:gd name="connsiteY19" fmla="*/ 53251 h 123011"/>
                  <a:gd name="connsiteX20" fmla="*/ 411213 w 442235"/>
                  <a:gd name="connsiteY20" fmla="*/ 103419 h 123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2235" h="123011">
                    <a:moveTo>
                      <a:pt x="411213" y="103419"/>
                    </a:moveTo>
                    <a:cubicBezTo>
                      <a:pt x="411299" y="103505"/>
                      <a:pt x="411270" y="103581"/>
                      <a:pt x="411146" y="103581"/>
                    </a:cubicBezTo>
                    <a:lnTo>
                      <a:pt x="334556" y="103962"/>
                    </a:lnTo>
                    <a:cubicBezTo>
                      <a:pt x="329295" y="103975"/>
                      <a:pt x="325041" y="108250"/>
                      <a:pt x="325055" y="113511"/>
                    </a:cubicBezTo>
                    <a:cubicBezTo>
                      <a:pt x="325068" y="118771"/>
                      <a:pt x="329343" y="123025"/>
                      <a:pt x="334604" y="123012"/>
                    </a:cubicBezTo>
                    <a:lnTo>
                      <a:pt x="334604" y="123012"/>
                    </a:lnTo>
                    <a:lnTo>
                      <a:pt x="432711" y="122526"/>
                    </a:lnTo>
                    <a:cubicBezTo>
                      <a:pt x="437972" y="122526"/>
                      <a:pt x="442236" y="118262"/>
                      <a:pt x="442236" y="113001"/>
                    </a:cubicBezTo>
                    <a:lnTo>
                      <a:pt x="441722" y="15065"/>
                    </a:lnTo>
                    <a:cubicBezTo>
                      <a:pt x="441926" y="10008"/>
                      <a:pt x="437992" y="5744"/>
                      <a:pt x="432936" y="5540"/>
                    </a:cubicBezTo>
                    <a:cubicBezTo>
                      <a:pt x="432689" y="5530"/>
                      <a:pt x="432442" y="5530"/>
                      <a:pt x="432197" y="5540"/>
                    </a:cubicBezTo>
                    <a:cubicBezTo>
                      <a:pt x="426936" y="5540"/>
                      <a:pt x="422672" y="9804"/>
                      <a:pt x="422672" y="15065"/>
                    </a:cubicBezTo>
                    <a:cubicBezTo>
                      <a:pt x="422672" y="15081"/>
                      <a:pt x="422672" y="15096"/>
                      <a:pt x="422672" y="15113"/>
                    </a:cubicBezTo>
                    <a:lnTo>
                      <a:pt x="423034" y="87607"/>
                    </a:lnTo>
                    <a:cubicBezTo>
                      <a:pt x="423034" y="87741"/>
                      <a:pt x="422967" y="87769"/>
                      <a:pt x="422872" y="87674"/>
                    </a:cubicBezTo>
                    <a:cubicBezTo>
                      <a:pt x="334959" y="-6101"/>
                      <a:pt x="194135" y="-27187"/>
                      <a:pt x="82610" y="36725"/>
                    </a:cubicBezTo>
                    <a:cubicBezTo>
                      <a:pt x="51358" y="54697"/>
                      <a:pt x="23950" y="78647"/>
                      <a:pt x="1952" y="107210"/>
                    </a:cubicBezTo>
                    <a:cubicBezTo>
                      <a:pt x="-1238" y="111392"/>
                      <a:pt x="-434" y="117369"/>
                      <a:pt x="3749" y="120560"/>
                    </a:cubicBezTo>
                    <a:cubicBezTo>
                      <a:pt x="7902" y="123727"/>
                      <a:pt x="13830" y="122960"/>
                      <a:pt x="17040" y="118840"/>
                    </a:cubicBezTo>
                    <a:cubicBezTo>
                      <a:pt x="37522" y="92257"/>
                      <a:pt x="63039" y="69970"/>
                      <a:pt x="92135" y="53251"/>
                    </a:cubicBezTo>
                    <a:cubicBezTo>
                      <a:pt x="197105" y="-6887"/>
                      <a:pt x="329762" y="13971"/>
                      <a:pt x="411213" y="10341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26" name="Coupled">
            <a:extLst>
              <a:ext uri="{FF2B5EF4-FFF2-40B4-BE49-F238E27FC236}">
                <a16:creationId xmlns:a16="http://schemas.microsoft.com/office/drawing/2014/main" id="{2D0D4991-259C-DD44-7A84-8D47A1894ECA}"/>
              </a:ext>
            </a:extLst>
          </p:cNvPr>
          <p:cNvGrpSpPr/>
          <p:nvPr/>
        </p:nvGrpSpPr>
        <p:grpSpPr>
          <a:xfrm>
            <a:off x="2066996" y="2704713"/>
            <a:ext cx="1467556" cy="1736239"/>
            <a:chOff x="2066996" y="2704713"/>
            <a:chExt cx="1467556" cy="1736239"/>
          </a:xfrm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F1278339-FB90-DC55-EFD9-4B4B31803475}"/>
                </a:ext>
              </a:extLst>
            </p:cNvPr>
            <p:cNvGrpSpPr/>
            <p:nvPr/>
          </p:nvGrpSpPr>
          <p:grpSpPr>
            <a:xfrm>
              <a:off x="2557710" y="3449965"/>
              <a:ext cx="976842" cy="525411"/>
              <a:chOff x="3101034" y="3938023"/>
              <a:chExt cx="976842" cy="525411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17187A-34B7-D9B9-38D6-59520646482C}"/>
                  </a:ext>
                </a:extLst>
              </p:cNvPr>
              <p:cNvSpPr txBox="1"/>
              <p:nvPr/>
            </p:nvSpPr>
            <p:spPr>
              <a:xfrm>
                <a:off x="3173873" y="4186435"/>
                <a:ext cx="8770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sz="1200" b="1" dirty="0">
                    <a:latin typeface="+mn-lt"/>
                  </a:rPr>
                  <a:t>coupled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FAAC03F9-C5BE-0D57-A5B6-571E632B59BD}"/>
                      </a:ext>
                    </a:extLst>
                  </p:cNvPr>
                  <p:cNvSpPr txBox="1"/>
                  <p:nvPr/>
                </p:nvSpPr>
                <p:spPr>
                  <a:xfrm>
                    <a:off x="3101034" y="3938023"/>
                    <a:ext cx="97684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&lt;1</m:t>
                          </m:r>
                        </m:oMath>
                      </m:oMathPara>
                    </a14:m>
                    <a:endParaRPr lang="en-GB" sz="18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FAAC03F9-C5BE-0D57-A5B6-571E632B59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1034" y="3938023"/>
                    <a:ext cx="976842" cy="369332"/>
                  </a:xfrm>
                  <a:prstGeom prst="rect">
                    <a:avLst/>
                  </a:prstGeom>
                  <a:blipFill>
                    <a:blip r:embed="rId6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2E4024A-64C9-CAA9-3D3B-02136D3BBB13}"/>
                </a:ext>
              </a:extLst>
            </p:cNvPr>
            <p:cNvGrpSpPr/>
            <p:nvPr/>
          </p:nvGrpSpPr>
          <p:grpSpPr>
            <a:xfrm>
              <a:off x="2066996" y="2704713"/>
              <a:ext cx="863459" cy="1736239"/>
              <a:chOff x="4191746" y="2717073"/>
              <a:chExt cx="863459" cy="1683691"/>
            </a:xfrm>
          </p:grpSpPr>
          <p:pic>
            <p:nvPicPr>
              <p:cNvPr id="20" name="Graphic 19" descr="Line arrow: Vertical U-turn outline">
                <a:extLst>
                  <a:ext uri="{FF2B5EF4-FFF2-40B4-BE49-F238E27FC236}">
                    <a16:creationId xmlns:a16="http://schemas.microsoft.com/office/drawing/2014/main" id="{3241345E-4D8E-B378-A4A6-2307690750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8"/>
                  </a:ext>
                </a:extLst>
              </a:blip>
              <a:stretch>
                <a:fillRect/>
              </a:stretch>
            </p:blipFill>
            <p:spPr>
              <a:xfrm>
                <a:off x="4191746" y="2717073"/>
                <a:ext cx="755657" cy="1095737"/>
              </a:xfrm>
              <a:prstGeom prst="rect">
                <a:avLst/>
              </a:prstGeom>
            </p:spPr>
          </p:pic>
          <p:pic>
            <p:nvPicPr>
              <p:cNvPr id="21" name="Graphic 20" descr="Line arrow: Vertical U-turn outline">
                <a:extLst>
                  <a:ext uri="{FF2B5EF4-FFF2-40B4-BE49-F238E27FC236}">
                    <a16:creationId xmlns:a16="http://schemas.microsoft.com/office/drawing/2014/main" id="{861CEFCC-3710-5DF8-CA8A-F1A9B8EB86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8"/>
                  </a:ext>
                </a:extLst>
              </a:blip>
              <a:stretch>
                <a:fillRect/>
              </a:stretch>
            </p:blipFill>
            <p:spPr>
              <a:xfrm rot="10800000">
                <a:off x="4299548" y="3305027"/>
                <a:ext cx="755657" cy="1095737"/>
              </a:xfrm>
              <a:prstGeom prst="rect">
                <a:avLst/>
              </a:prstGeom>
            </p:spPr>
          </p:pic>
        </p:grpSp>
      </p:grpSp>
      <p:grpSp>
        <p:nvGrpSpPr>
          <p:cNvPr id="131" name="CO2">
            <a:extLst>
              <a:ext uri="{FF2B5EF4-FFF2-40B4-BE49-F238E27FC236}">
                <a16:creationId xmlns:a16="http://schemas.microsoft.com/office/drawing/2014/main" id="{D8429A8B-0B1F-8C67-5B2F-2649F4C8467A}"/>
              </a:ext>
            </a:extLst>
          </p:cNvPr>
          <p:cNvGrpSpPr/>
          <p:nvPr/>
        </p:nvGrpSpPr>
        <p:grpSpPr>
          <a:xfrm>
            <a:off x="2521719" y="1552575"/>
            <a:ext cx="2332221" cy="2863215"/>
            <a:chOff x="2521719" y="1552575"/>
            <a:chExt cx="2332221" cy="2863215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07527D3E-CA4D-8FC5-CF3A-31240E76A88E}"/>
                </a:ext>
              </a:extLst>
            </p:cNvPr>
            <p:cNvSpPr/>
            <p:nvPr/>
          </p:nvSpPr>
          <p:spPr>
            <a:xfrm>
              <a:off x="4236720" y="2297430"/>
              <a:ext cx="617220" cy="2118360"/>
            </a:xfrm>
            <a:custGeom>
              <a:avLst/>
              <a:gdLst>
                <a:gd name="connsiteX0" fmla="*/ 0 w 617220"/>
                <a:gd name="connsiteY0" fmla="*/ 0 h 2118360"/>
                <a:gd name="connsiteX1" fmla="*/ 361950 w 617220"/>
                <a:gd name="connsiteY1" fmla="*/ 396240 h 2118360"/>
                <a:gd name="connsiteX2" fmla="*/ 541020 w 617220"/>
                <a:gd name="connsiteY2" fmla="*/ 891540 h 2118360"/>
                <a:gd name="connsiteX3" fmla="*/ 617220 w 617220"/>
                <a:gd name="connsiteY3" fmla="*/ 2118360 h 211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7220" h="2118360">
                  <a:moveTo>
                    <a:pt x="0" y="0"/>
                  </a:moveTo>
                  <a:cubicBezTo>
                    <a:pt x="135890" y="123825"/>
                    <a:pt x="271780" y="247650"/>
                    <a:pt x="361950" y="396240"/>
                  </a:cubicBezTo>
                  <a:cubicBezTo>
                    <a:pt x="452120" y="544830"/>
                    <a:pt x="498475" y="604520"/>
                    <a:pt x="541020" y="891540"/>
                  </a:cubicBezTo>
                  <a:cubicBezTo>
                    <a:pt x="583565" y="1178560"/>
                    <a:pt x="600392" y="1648460"/>
                    <a:pt x="617220" y="2118360"/>
                  </a:cubicBezTo>
                </a:path>
              </a:pathLst>
            </a:custGeom>
            <a:noFill/>
            <a:ln>
              <a:solidFill>
                <a:srgbClr val="8B9671"/>
              </a:solidFill>
              <a:prstDash val="sysDash"/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83" name="Picture 282" descr="A green and black cloud with a letter and a circle&#10;&#10;Description automatically generated with medium confidence">
              <a:extLst>
                <a:ext uri="{FF2B5EF4-FFF2-40B4-BE49-F238E27FC236}">
                  <a16:creationId xmlns:a16="http://schemas.microsoft.com/office/drawing/2014/main" id="{DAC88836-7338-FA9F-A199-5C24042A5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>
              <a:extLst>
                <a:ext uri="{BEBA8EAE-BF5A-486C-A8C5-ECC9F3942E4B}">
                  <a14:imgProps xmlns:a14="http://schemas.microsoft.com/office/drawing/2010/main">
                    <a14:imgLayer r:embed="rId70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4823" y="1971983"/>
              <a:ext cx="615553" cy="461665"/>
            </a:xfrm>
            <a:prstGeom prst="rect">
              <a:avLst/>
            </a:prstGeom>
          </p:spPr>
        </p:pic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6D69B884-273D-992F-9AA3-EF1483DF9A25}"/>
                </a:ext>
              </a:extLst>
            </p:cNvPr>
            <p:cNvSpPr/>
            <p:nvPr/>
          </p:nvSpPr>
          <p:spPr>
            <a:xfrm>
              <a:off x="4051374" y="2328827"/>
              <a:ext cx="93215" cy="819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8B96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9907B65A-A173-37C1-31CD-C6EF60C6F925}"/>
                </a:ext>
              </a:extLst>
            </p:cNvPr>
            <p:cNvSpPr/>
            <p:nvPr/>
          </p:nvSpPr>
          <p:spPr>
            <a:xfrm>
              <a:off x="4204773" y="2021587"/>
              <a:ext cx="80150" cy="9997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8B96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E93E1BA7-94E2-1D54-DA02-AB4262B1AF66}"/>
                </a:ext>
              </a:extLst>
            </p:cNvPr>
            <p:cNvSpPr/>
            <p:nvPr/>
          </p:nvSpPr>
          <p:spPr>
            <a:xfrm>
              <a:off x="3761585" y="2340711"/>
              <a:ext cx="80150" cy="7435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8B96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B96AA481-B904-E7F4-0909-C8C3D5100EA3}"/>
                </a:ext>
              </a:extLst>
            </p:cNvPr>
            <p:cNvSpPr/>
            <p:nvPr/>
          </p:nvSpPr>
          <p:spPr>
            <a:xfrm>
              <a:off x="4115753" y="1986720"/>
              <a:ext cx="75954" cy="6635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8B96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75CDF6-8E4B-9EB1-EF10-87D6391FDF90}"/>
                </a:ext>
              </a:extLst>
            </p:cNvPr>
            <p:cNvSpPr/>
            <p:nvPr/>
          </p:nvSpPr>
          <p:spPr>
            <a:xfrm>
              <a:off x="4090039" y="1552575"/>
              <a:ext cx="631197" cy="433388"/>
            </a:xfrm>
            <a:custGeom>
              <a:avLst/>
              <a:gdLst>
                <a:gd name="connsiteX0" fmla="*/ 0 w 690563"/>
                <a:gd name="connsiteY0" fmla="*/ 433388 h 433388"/>
                <a:gd name="connsiteX1" fmla="*/ 285750 w 690563"/>
                <a:gd name="connsiteY1" fmla="*/ 80963 h 433388"/>
                <a:gd name="connsiteX2" fmla="*/ 690563 w 690563"/>
                <a:gd name="connsiteY2" fmla="*/ 0 h 43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563" h="433388">
                  <a:moveTo>
                    <a:pt x="0" y="433388"/>
                  </a:moveTo>
                  <a:cubicBezTo>
                    <a:pt x="85328" y="293291"/>
                    <a:pt x="170656" y="153194"/>
                    <a:pt x="285750" y="80963"/>
                  </a:cubicBezTo>
                  <a:cubicBezTo>
                    <a:pt x="400844" y="8732"/>
                    <a:pt x="545703" y="4366"/>
                    <a:pt x="690563" y="0"/>
                  </a:cubicBezTo>
                </a:path>
              </a:pathLst>
            </a:custGeom>
            <a:noFill/>
            <a:ln>
              <a:solidFill>
                <a:srgbClr val="8B967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8D72887-7615-C278-6A3C-8689228588C4}"/>
                </a:ext>
              </a:extLst>
            </p:cNvPr>
            <p:cNvSpPr/>
            <p:nvPr/>
          </p:nvSpPr>
          <p:spPr>
            <a:xfrm rot="10377480" flipH="1" flipV="1">
              <a:off x="2521719" y="2309258"/>
              <a:ext cx="1229738" cy="250880"/>
            </a:xfrm>
            <a:custGeom>
              <a:avLst/>
              <a:gdLst>
                <a:gd name="connsiteX0" fmla="*/ 0 w 690563"/>
                <a:gd name="connsiteY0" fmla="*/ 433388 h 433388"/>
                <a:gd name="connsiteX1" fmla="*/ 285750 w 690563"/>
                <a:gd name="connsiteY1" fmla="*/ 80963 h 433388"/>
                <a:gd name="connsiteX2" fmla="*/ 690563 w 690563"/>
                <a:gd name="connsiteY2" fmla="*/ 0 h 43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563" h="433388">
                  <a:moveTo>
                    <a:pt x="0" y="433388"/>
                  </a:moveTo>
                  <a:cubicBezTo>
                    <a:pt x="85328" y="293291"/>
                    <a:pt x="170656" y="153194"/>
                    <a:pt x="285750" y="80963"/>
                  </a:cubicBezTo>
                  <a:cubicBezTo>
                    <a:pt x="400844" y="8732"/>
                    <a:pt x="545703" y="4366"/>
                    <a:pt x="690563" y="0"/>
                  </a:cubicBezTo>
                </a:path>
              </a:pathLst>
            </a:custGeom>
            <a:noFill/>
            <a:ln>
              <a:solidFill>
                <a:srgbClr val="8B9671"/>
              </a:solidFill>
              <a:prstDash val="sysDash"/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64" name="environmental change">
            <a:extLst>
              <a:ext uri="{FF2B5EF4-FFF2-40B4-BE49-F238E27FC236}">
                <a16:creationId xmlns:a16="http://schemas.microsoft.com/office/drawing/2014/main" id="{FA43350E-C6F7-214B-D971-8ECE62A627BE}"/>
              </a:ext>
            </a:extLst>
          </p:cNvPr>
          <p:cNvGrpSpPr/>
          <p:nvPr/>
        </p:nvGrpSpPr>
        <p:grpSpPr>
          <a:xfrm>
            <a:off x="181314" y="5001632"/>
            <a:ext cx="7483818" cy="276999"/>
            <a:chOff x="181313" y="5052432"/>
            <a:chExt cx="7669535" cy="276999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5108CC4E-E4F9-F111-B946-0189C6548BF3}"/>
                </a:ext>
              </a:extLst>
            </p:cNvPr>
            <p:cNvCxnSpPr/>
            <p:nvPr/>
          </p:nvCxnSpPr>
          <p:spPr>
            <a:xfrm>
              <a:off x="181314" y="5054870"/>
              <a:ext cx="7669534" cy="0"/>
            </a:xfrm>
            <a:prstGeom prst="straightConnector1">
              <a:avLst/>
            </a:prstGeom>
            <a:ln w="63500">
              <a:gradFill>
                <a:gsLst>
                  <a:gs pos="0">
                    <a:schemeClr val="accent3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9587B12-09F0-2F24-1365-C337DEDEA07B}"/>
                </a:ext>
              </a:extLst>
            </p:cNvPr>
            <p:cNvSpPr txBox="1"/>
            <p:nvPr/>
          </p:nvSpPr>
          <p:spPr>
            <a:xfrm>
              <a:off x="181313" y="5052432"/>
              <a:ext cx="75869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+mn-lt"/>
                </a:rPr>
                <a:t>change of environmental conditions may lead to decoupling</a:t>
              </a:r>
            </a:p>
          </p:txBody>
        </p:sp>
      </p:grpSp>
      <p:grpSp>
        <p:nvGrpSpPr>
          <p:cNvPr id="38" name="Cloud fraction">
            <a:extLst>
              <a:ext uri="{FF2B5EF4-FFF2-40B4-BE49-F238E27FC236}">
                <a16:creationId xmlns:a16="http://schemas.microsoft.com/office/drawing/2014/main" id="{3901C854-5E68-FA35-2636-6C13363B9C46}"/>
              </a:ext>
            </a:extLst>
          </p:cNvPr>
          <p:cNvGrpSpPr/>
          <p:nvPr/>
        </p:nvGrpSpPr>
        <p:grpSpPr>
          <a:xfrm>
            <a:off x="6279922" y="1591789"/>
            <a:ext cx="1291314" cy="480989"/>
            <a:chOff x="6279922" y="1591789"/>
            <a:chExt cx="1291314" cy="480989"/>
          </a:xfrm>
        </p:grpSpPr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89BFCE83-32B3-5A95-CB00-5C22C76C08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6090" y="1817617"/>
              <a:ext cx="821982" cy="531"/>
            </a:xfrm>
            <a:prstGeom prst="straightConnector1">
              <a:avLst/>
            </a:prstGeom>
            <a:ln w="25400">
              <a:solidFill>
                <a:schemeClr val="accent2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D9E3F02A-038D-3F98-E616-0924D4D3D280}"/>
                </a:ext>
              </a:extLst>
            </p:cNvPr>
            <p:cNvSpPr txBox="1"/>
            <p:nvPr/>
          </p:nvSpPr>
          <p:spPr>
            <a:xfrm>
              <a:off x="6279922" y="1795779"/>
              <a:ext cx="12913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+mn-lt"/>
                </a:rPr>
                <a:t>cloud fraction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id="{2789F79C-514A-9DE8-6B9A-9B26F8CF6145}"/>
                    </a:ext>
                  </a:extLst>
                </p:cNvPr>
                <p:cNvSpPr txBox="1"/>
                <p:nvPr/>
              </p:nvSpPr>
              <p:spPr>
                <a:xfrm>
                  <a:off x="7212559" y="1610977"/>
                  <a:ext cx="3375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GB" sz="1800" dirty="0">
                    <a:solidFill>
                      <a:schemeClr val="accent2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id="{2789F79C-514A-9DE8-6B9A-9B26F8CF61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2559" y="1610977"/>
                  <a:ext cx="337550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7" name="Picture 36" descr="A white cloud in the sky">
              <a:extLst>
                <a:ext uri="{FF2B5EF4-FFF2-40B4-BE49-F238E27FC236}">
                  <a16:creationId xmlns:a16="http://schemas.microsoft.com/office/drawing/2014/main" id="{8292CD2F-7729-89F9-31C2-8499444B3D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01" t="34395" r="7916" b="32802"/>
            <a:stretch/>
          </p:blipFill>
          <p:spPr>
            <a:xfrm>
              <a:off x="6550571" y="1591789"/>
              <a:ext cx="661988" cy="180845"/>
            </a:xfrm>
            <a:prstGeom prst="rect">
              <a:avLst/>
            </a:prstGeom>
          </p:spPr>
        </p:pic>
      </p:grpSp>
      <p:grpSp>
        <p:nvGrpSpPr>
          <p:cNvPr id="32" name="Longwave Rad">
            <a:extLst>
              <a:ext uri="{FF2B5EF4-FFF2-40B4-BE49-F238E27FC236}">
                <a16:creationId xmlns:a16="http://schemas.microsoft.com/office/drawing/2014/main" id="{FDE9C917-85CE-0C1D-D62E-8D470DBA2A2E}"/>
              </a:ext>
            </a:extLst>
          </p:cNvPr>
          <p:cNvGrpSpPr/>
          <p:nvPr/>
        </p:nvGrpSpPr>
        <p:grpSpPr>
          <a:xfrm>
            <a:off x="4629148" y="1389458"/>
            <a:ext cx="1565984" cy="3048590"/>
            <a:chOff x="4629148" y="1389458"/>
            <a:chExt cx="1565984" cy="30485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FC6FAF88-A173-BBE3-F3F6-6B313461BF68}"/>
                    </a:ext>
                  </a:extLst>
                </p:cNvPr>
                <p:cNvSpPr txBox="1"/>
                <p:nvPr/>
              </p:nvSpPr>
              <p:spPr>
                <a:xfrm>
                  <a:off x="4923014" y="2868508"/>
                  <a:ext cx="12721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FC6FAF88-A173-BBE3-F3F6-6B313461BF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3014" y="2868508"/>
                  <a:ext cx="1272118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D328F2F9-0FD0-380A-FBEB-003C346D8A5C}"/>
                    </a:ext>
                  </a:extLst>
                </p:cNvPr>
                <p:cNvSpPr txBox="1"/>
                <p:nvPr/>
              </p:nvSpPr>
              <p:spPr>
                <a:xfrm>
                  <a:off x="4643763" y="1389458"/>
                  <a:ext cx="1509152" cy="3720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𝐹𝑇𝑅</m:t>
                            </m:r>
                          </m:sub>
                        </m:sSub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∝</m:t>
                        </m:r>
                        <m:sSubSup>
                          <m:sSubSupPr>
                            <m:ctrlP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𝐹𝑇𝑅</m:t>
                            </m:r>
                          </m:sub>
                          <m:sup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D328F2F9-0FD0-380A-FBEB-003C346D8A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3763" y="1389458"/>
                  <a:ext cx="1509152" cy="372025"/>
                </a:xfrm>
                <a:prstGeom prst="rect">
                  <a:avLst/>
                </a:prstGeom>
                <a:blipFill>
                  <a:blip r:embed="rId80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A9DB718B-852C-7A0E-B534-5B29982A3F13}"/>
                    </a:ext>
                  </a:extLst>
                </p:cNvPr>
                <p:cNvSpPr txBox="1"/>
                <p:nvPr/>
              </p:nvSpPr>
              <p:spPr>
                <a:xfrm>
                  <a:off x="5152506" y="3961218"/>
                  <a:ext cx="4965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A9DB718B-852C-7A0E-B534-5B29982A3F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2506" y="3961218"/>
                  <a:ext cx="496588" cy="369332"/>
                </a:xfrm>
                <a:prstGeom prst="rect">
                  <a:avLst/>
                </a:prstGeom>
                <a:blipFill>
                  <a:blip r:embed="rId8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A0B650E4-1249-0696-2946-AD7FB5772F57}"/>
                    </a:ext>
                  </a:extLst>
                </p:cNvPr>
                <p:cNvSpPr txBox="1"/>
                <p:nvPr/>
              </p:nvSpPr>
              <p:spPr>
                <a:xfrm>
                  <a:off x="5005241" y="3616615"/>
                  <a:ext cx="4965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A0B650E4-1249-0696-2946-AD7FB5772F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5241" y="3616615"/>
                  <a:ext cx="496588" cy="369332"/>
                </a:xfrm>
                <a:prstGeom prst="rect">
                  <a:avLst/>
                </a:prstGeom>
                <a:blipFill>
                  <a:blip r:embed="rId82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975C422-3632-A7F1-2FE1-08DFCF69EEF4}"/>
                </a:ext>
              </a:extLst>
            </p:cNvPr>
            <p:cNvCxnSpPr>
              <a:cxnSpLocks/>
            </p:cNvCxnSpPr>
            <p:nvPr/>
          </p:nvCxnSpPr>
          <p:spPr>
            <a:xfrm>
              <a:off x="4977292" y="2578024"/>
              <a:ext cx="0" cy="946226"/>
            </a:xfrm>
            <a:prstGeom prst="straightConnector1">
              <a:avLst/>
            </a:prstGeom>
            <a:ln w="25400" cmpd="dbl">
              <a:solidFill>
                <a:schemeClr val="accent3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C693EB1A-42BA-D986-7782-9B03B3F41954}"/>
                </a:ext>
              </a:extLst>
            </p:cNvPr>
            <p:cNvCxnSpPr/>
            <p:nvPr/>
          </p:nvCxnSpPr>
          <p:spPr>
            <a:xfrm>
              <a:off x="4876800" y="1761483"/>
              <a:ext cx="0" cy="373457"/>
            </a:xfrm>
            <a:prstGeom prst="straightConnector1">
              <a:avLst/>
            </a:prstGeom>
            <a:ln w="12700" cmpd="dbl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9AC0AA0-0102-D137-10B9-A094CAA53E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4940" y="4164013"/>
              <a:ext cx="0" cy="274035"/>
            </a:xfrm>
            <a:prstGeom prst="straightConnector1">
              <a:avLst/>
            </a:prstGeom>
            <a:ln w="50800" cmpd="dbl">
              <a:solidFill>
                <a:schemeClr val="accent3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F4FB8E53-E240-0687-F64B-C19899EAA5AC}"/>
                </a:ext>
              </a:extLst>
            </p:cNvPr>
            <p:cNvCxnSpPr>
              <a:cxnSpLocks/>
            </p:cNvCxnSpPr>
            <p:nvPr/>
          </p:nvCxnSpPr>
          <p:spPr>
            <a:xfrm>
              <a:off x="5098180" y="3544193"/>
              <a:ext cx="0" cy="530315"/>
            </a:xfrm>
            <a:prstGeom prst="straightConnector1">
              <a:avLst/>
            </a:prstGeom>
            <a:ln w="19050" cmpd="dbl">
              <a:solidFill>
                <a:schemeClr val="accent3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152B5FB-0756-A71D-3681-7168035C1735}"/>
                </a:ext>
              </a:extLst>
            </p:cNvPr>
            <p:cNvSpPr txBox="1"/>
            <p:nvPr/>
          </p:nvSpPr>
          <p:spPr>
            <a:xfrm>
              <a:off x="4629148" y="2212275"/>
              <a:ext cx="114306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3"/>
                  </a:solidFill>
                  <a:latin typeface="+mn-lt"/>
                </a:rPr>
                <a:t>longwave</a:t>
              </a:r>
              <a:endParaRPr lang="en-GB" dirty="0"/>
            </a:p>
          </p:txBody>
        </p:sp>
      </p:grpSp>
      <p:grpSp>
        <p:nvGrpSpPr>
          <p:cNvPr id="39" name="s(z) new">
            <a:extLst>
              <a:ext uri="{FF2B5EF4-FFF2-40B4-BE49-F238E27FC236}">
                <a16:creationId xmlns:a16="http://schemas.microsoft.com/office/drawing/2014/main" id="{2E8B4C9D-3F61-DB2F-6175-A5EB4E6CEAC2}"/>
              </a:ext>
            </a:extLst>
          </p:cNvPr>
          <p:cNvGrpSpPr/>
          <p:nvPr/>
        </p:nvGrpSpPr>
        <p:grpSpPr>
          <a:xfrm>
            <a:off x="6755932" y="2092036"/>
            <a:ext cx="865617" cy="2399224"/>
            <a:chOff x="1472973" y="2093401"/>
            <a:chExt cx="1346959" cy="2399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BFB5CD3-0C19-AC68-6AA9-F8E5933EAE42}"/>
                    </a:ext>
                  </a:extLst>
                </p:cNvPr>
                <p:cNvSpPr txBox="1"/>
                <p:nvPr/>
              </p:nvSpPr>
              <p:spPr>
                <a:xfrm>
                  <a:off x="2122572" y="2258945"/>
                  <a:ext cx="6973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1800" dirty="0">
                    <a:solidFill>
                      <a:schemeClr val="accent6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BFB5CD3-0C19-AC68-6AA9-F8E5933EAE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2572" y="2258945"/>
                  <a:ext cx="697360" cy="369332"/>
                </a:xfrm>
                <a:prstGeom prst="rect">
                  <a:avLst/>
                </a:prstGeom>
                <a:blipFill>
                  <a:blip r:embed="rId83"/>
                  <a:stretch>
                    <a:fillRect r="-39726" b="-1475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D583ADB-E5A0-B4AE-C419-3CC673C04FE1}"/>
                </a:ext>
              </a:extLst>
            </p:cNvPr>
            <p:cNvGrpSpPr/>
            <p:nvPr/>
          </p:nvGrpSpPr>
          <p:grpSpPr>
            <a:xfrm>
              <a:off x="1472973" y="2093401"/>
              <a:ext cx="1013451" cy="2399224"/>
              <a:chOff x="1472973" y="2093401"/>
              <a:chExt cx="1013451" cy="2399224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0CE26C7A-83A6-7B52-F914-CFB431C297CA}"/>
                  </a:ext>
                </a:extLst>
              </p:cNvPr>
              <p:cNvSpPr/>
              <p:nvPr/>
            </p:nvSpPr>
            <p:spPr>
              <a:xfrm>
                <a:off x="1823849" y="2093401"/>
                <a:ext cx="662575" cy="555057"/>
              </a:xfrm>
              <a:custGeom>
                <a:avLst/>
                <a:gdLst>
                  <a:gd name="connsiteX0" fmla="*/ 0 w 1043709"/>
                  <a:gd name="connsiteY0" fmla="*/ 951346 h 953299"/>
                  <a:gd name="connsiteX1" fmla="*/ 544946 w 1043709"/>
                  <a:gd name="connsiteY1" fmla="*/ 803564 h 953299"/>
                  <a:gd name="connsiteX2" fmla="*/ 1043709 w 1043709"/>
                  <a:gd name="connsiteY2" fmla="*/ 0 h 95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43709" h="953299">
                    <a:moveTo>
                      <a:pt x="0" y="951346"/>
                    </a:moveTo>
                    <a:cubicBezTo>
                      <a:pt x="185497" y="956734"/>
                      <a:pt x="370995" y="962122"/>
                      <a:pt x="544946" y="803564"/>
                    </a:cubicBezTo>
                    <a:cubicBezTo>
                      <a:pt x="718898" y="645006"/>
                      <a:pt x="881303" y="322503"/>
                      <a:pt x="1043709" y="0"/>
                    </a:cubicBezTo>
                  </a:path>
                </a:pathLst>
              </a:cu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ADC403A3-94E7-A839-7411-CBD629B9D6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8466" y="2648124"/>
                <a:ext cx="0" cy="639589"/>
              </a:xfrm>
              <a:prstGeom prst="line">
                <a:avLst/>
              </a:prstGeom>
              <a:ln w="38100">
                <a:solidFill>
                  <a:schemeClr val="accent6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EC73D2D0-EF16-F224-28AE-04AAA12D17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5245" y="2649063"/>
                <a:ext cx="178952" cy="0"/>
              </a:xfrm>
              <a:prstGeom prst="line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7F9CE24-17D1-A05C-897C-3841AEDE11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2973" y="3360727"/>
                <a:ext cx="0" cy="1131898"/>
              </a:xfrm>
              <a:prstGeom prst="line">
                <a:avLst/>
              </a:prstGeom>
              <a:ln w="38100">
                <a:solidFill>
                  <a:schemeClr val="accent6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67D2CDE2-1F2D-FF96-4704-77E1358899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74271" y="3274018"/>
                <a:ext cx="194196" cy="97832"/>
              </a:xfrm>
              <a:prstGeom prst="line">
                <a:avLst/>
              </a:prstGeom>
              <a:ln w="38100">
                <a:solidFill>
                  <a:schemeClr val="accent6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" name="q(z) new">
            <a:extLst>
              <a:ext uri="{FF2B5EF4-FFF2-40B4-BE49-F238E27FC236}">
                <a16:creationId xmlns:a16="http://schemas.microsoft.com/office/drawing/2014/main" id="{48BC1824-AB52-B9B0-0EA8-3B1C8B8462AF}"/>
              </a:ext>
            </a:extLst>
          </p:cNvPr>
          <p:cNvGrpSpPr/>
          <p:nvPr/>
        </p:nvGrpSpPr>
        <p:grpSpPr>
          <a:xfrm flipH="1">
            <a:off x="6348954" y="2107946"/>
            <a:ext cx="330406" cy="2384713"/>
            <a:chOff x="1415513" y="2107912"/>
            <a:chExt cx="1007633" cy="23847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B924A186-0242-0140-4555-4AE116E26FAF}"/>
                    </a:ext>
                  </a:extLst>
                </p:cNvPr>
                <p:cNvSpPr txBox="1"/>
                <p:nvPr/>
              </p:nvSpPr>
              <p:spPr>
                <a:xfrm>
                  <a:off x="1415513" y="2178622"/>
                  <a:ext cx="10076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B924A186-0242-0140-4555-4AE116E26F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513" y="2178622"/>
                  <a:ext cx="1007633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90909" b="-1475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A7534C71-7BD7-B1F8-DA45-8C93699CF032}"/>
                </a:ext>
              </a:extLst>
            </p:cNvPr>
            <p:cNvGrpSpPr/>
            <p:nvPr/>
          </p:nvGrpSpPr>
          <p:grpSpPr>
            <a:xfrm>
              <a:off x="1472973" y="2107912"/>
              <a:ext cx="792060" cy="2384713"/>
              <a:chOff x="1472973" y="2107912"/>
              <a:chExt cx="792060" cy="2384713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B9C857B2-895C-2C42-64E1-263FA0C897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40610" y="2670075"/>
                <a:ext cx="0" cy="617638"/>
              </a:xfrm>
              <a:prstGeom prst="line">
                <a:avLst/>
              </a:prstGeom>
              <a:ln w="38100">
                <a:solidFill>
                  <a:schemeClr val="accent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A7D02FAB-10AB-E2C5-A26C-73500ACFCC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8909" y="2655743"/>
                <a:ext cx="576124" cy="0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20EE93FF-FF64-E2E3-44D4-4C777D900C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2973" y="3360727"/>
                <a:ext cx="0" cy="1131898"/>
              </a:xfrm>
              <a:prstGeom prst="line">
                <a:avLst/>
              </a:prstGeom>
              <a:ln w="38100">
                <a:solidFill>
                  <a:schemeClr val="accent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8A771316-A6E9-CBD9-9FF5-3603530CB6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74272" y="3272619"/>
                <a:ext cx="296941" cy="99231"/>
              </a:xfrm>
              <a:prstGeom prst="line">
                <a:avLst/>
              </a:prstGeom>
              <a:ln w="38100">
                <a:solidFill>
                  <a:schemeClr val="accent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ADF0E77D-11D3-92B0-D256-818A3C9341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50090" y="2107912"/>
                <a:ext cx="0" cy="562163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25" name="Decoupled">
            <a:extLst>
              <a:ext uri="{FF2B5EF4-FFF2-40B4-BE49-F238E27FC236}">
                <a16:creationId xmlns:a16="http://schemas.microsoft.com/office/drawing/2014/main" id="{35F3AD6F-25B3-1632-904F-A93D3AAC4EC4}"/>
              </a:ext>
            </a:extLst>
          </p:cNvPr>
          <p:cNvGrpSpPr/>
          <p:nvPr/>
        </p:nvGrpSpPr>
        <p:grpSpPr>
          <a:xfrm>
            <a:off x="6600803" y="2629350"/>
            <a:ext cx="1093047" cy="1834750"/>
            <a:chOff x="7375017" y="2629350"/>
            <a:chExt cx="1093047" cy="1834750"/>
          </a:xfrm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F7015209-3767-DFC5-889E-C34BB3B35D1B}"/>
                </a:ext>
              </a:extLst>
            </p:cNvPr>
            <p:cNvGrpSpPr/>
            <p:nvPr/>
          </p:nvGrpSpPr>
          <p:grpSpPr>
            <a:xfrm>
              <a:off x="7375017" y="3631286"/>
              <a:ext cx="1093047" cy="832814"/>
              <a:chOff x="7876504" y="4303213"/>
              <a:chExt cx="1093047" cy="8328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5D0CD327-5183-7432-20D1-F341E3993324}"/>
                      </a:ext>
                    </a:extLst>
                  </p:cNvPr>
                  <p:cNvSpPr txBox="1"/>
                  <p:nvPr/>
                </p:nvSpPr>
                <p:spPr>
                  <a:xfrm>
                    <a:off x="7876504" y="4303213"/>
                    <a:ext cx="97684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≥1</m:t>
                          </m:r>
                        </m:oMath>
                      </m:oMathPara>
                    </a14:m>
                    <a:endParaRPr lang="en-GB" sz="18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5D0CD327-5183-7432-20D1-F341E39933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6504" y="4303213"/>
                    <a:ext cx="976842" cy="369332"/>
                  </a:xfrm>
                  <a:prstGeom prst="rect">
                    <a:avLst/>
                  </a:prstGeom>
                  <a:blipFill>
                    <a:blip r:embed="rId8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8650145D-228C-0A57-5D31-E616C60F571B}"/>
                  </a:ext>
                </a:extLst>
              </p:cNvPr>
              <p:cNvSpPr txBox="1"/>
              <p:nvPr/>
            </p:nvSpPr>
            <p:spPr>
              <a:xfrm>
                <a:off x="7948683" y="4859028"/>
                <a:ext cx="10208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1200" b="1" dirty="0">
                    <a:latin typeface="+mn-lt"/>
                  </a:rPr>
                  <a:t>decoupled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E151C87-175C-F3A7-98FD-CD88EAA0E663}"/>
                </a:ext>
              </a:extLst>
            </p:cNvPr>
            <p:cNvGrpSpPr/>
            <p:nvPr/>
          </p:nvGrpSpPr>
          <p:grpSpPr>
            <a:xfrm>
              <a:off x="8090267" y="2629350"/>
              <a:ext cx="349078" cy="703773"/>
              <a:chOff x="4191746" y="2187756"/>
              <a:chExt cx="863459" cy="2213002"/>
            </a:xfrm>
          </p:grpSpPr>
          <p:pic>
            <p:nvPicPr>
              <p:cNvPr id="15" name="Graphic 14" descr="Line arrow: Vertical U-turn outline">
                <a:extLst>
                  <a:ext uri="{FF2B5EF4-FFF2-40B4-BE49-F238E27FC236}">
                    <a16:creationId xmlns:a16="http://schemas.microsoft.com/office/drawing/2014/main" id="{1DB9D2F5-F6BB-443F-E552-9EA739190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7"/>
                  </a:ext>
                </a:extLst>
              </a:blip>
              <a:stretch>
                <a:fillRect/>
              </a:stretch>
            </p:blipFill>
            <p:spPr>
              <a:xfrm>
                <a:off x="4191746" y="2187756"/>
                <a:ext cx="755657" cy="1625053"/>
              </a:xfrm>
              <a:prstGeom prst="rect">
                <a:avLst/>
              </a:prstGeom>
            </p:spPr>
          </p:pic>
          <p:pic>
            <p:nvPicPr>
              <p:cNvPr id="17" name="Graphic 16" descr="Line arrow: Vertical U-turn outline">
                <a:extLst>
                  <a:ext uri="{FF2B5EF4-FFF2-40B4-BE49-F238E27FC236}">
                    <a16:creationId xmlns:a16="http://schemas.microsoft.com/office/drawing/2014/main" id="{F3BF2EA2-0037-6DE6-32AC-FDE54D5942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7"/>
                  </a:ext>
                </a:extLst>
              </a:blip>
              <a:stretch>
                <a:fillRect/>
              </a:stretch>
            </p:blipFill>
            <p:spPr>
              <a:xfrm rot="10800000">
                <a:off x="4299548" y="2775705"/>
                <a:ext cx="755657" cy="1625053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7CF57AA-BFF5-D1DD-28B0-D2C8D19B1299}"/>
                </a:ext>
              </a:extLst>
            </p:cNvPr>
            <p:cNvGrpSpPr/>
            <p:nvPr/>
          </p:nvGrpSpPr>
          <p:grpSpPr>
            <a:xfrm>
              <a:off x="8090267" y="3293703"/>
              <a:ext cx="349078" cy="1067972"/>
              <a:chOff x="4191746" y="2717073"/>
              <a:chExt cx="863459" cy="1738282"/>
            </a:xfrm>
          </p:grpSpPr>
          <p:pic>
            <p:nvPicPr>
              <p:cNvPr id="22" name="Graphic 21" descr="Line arrow: Vertical U-turn outline">
                <a:extLst>
                  <a:ext uri="{FF2B5EF4-FFF2-40B4-BE49-F238E27FC236}">
                    <a16:creationId xmlns:a16="http://schemas.microsoft.com/office/drawing/2014/main" id="{E8E438DD-81E2-B295-99FC-EBAD25DF31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7"/>
                  </a:ext>
                </a:extLst>
              </a:blip>
              <a:stretch>
                <a:fillRect/>
              </a:stretch>
            </p:blipFill>
            <p:spPr>
              <a:xfrm>
                <a:off x="4191746" y="2717073"/>
                <a:ext cx="755657" cy="1095737"/>
              </a:xfrm>
              <a:prstGeom prst="rect">
                <a:avLst/>
              </a:prstGeom>
            </p:spPr>
          </p:pic>
          <p:pic>
            <p:nvPicPr>
              <p:cNvPr id="23" name="Graphic 22" descr="Line arrow: Vertical U-turn outline">
                <a:extLst>
                  <a:ext uri="{FF2B5EF4-FFF2-40B4-BE49-F238E27FC236}">
                    <a16:creationId xmlns:a16="http://schemas.microsoft.com/office/drawing/2014/main" id="{7F7EA54A-7240-8EEE-5AF2-90A9B6B8CF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7"/>
                  </a:ext>
                </a:extLst>
              </a:blip>
              <a:stretch>
                <a:fillRect/>
              </a:stretch>
            </p:blipFill>
            <p:spPr>
              <a:xfrm rot="10800000">
                <a:off x="4299548" y="3305025"/>
                <a:ext cx="755657" cy="1150330"/>
              </a:xfrm>
              <a:prstGeom prst="rect">
                <a:avLst/>
              </a:prstGeom>
            </p:spPr>
          </p:pic>
        </p:grp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675C813-B2A8-CDF7-D2D7-B67098B40931}"/>
              </a:ext>
            </a:extLst>
          </p:cNvPr>
          <p:cNvSpPr/>
          <p:nvPr/>
        </p:nvSpPr>
        <p:spPr>
          <a:xfrm>
            <a:off x="1588770" y="2007870"/>
            <a:ext cx="765810" cy="2327910"/>
          </a:xfrm>
          <a:custGeom>
            <a:avLst/>
            <a:gdLst>
              <a:gd name="connsiteX0" fmla="*/ 765810 w 765810"/>
              <a:gd name="connsiteY0" fmla="*/ 2327910 h 2327910"/>
              <a:gd name="connsiteX1" fmla="*/ 152400 w 765810"/>
              <a:gd name="connsiteY1" fmla="*/ 1306830 h 2327910"/>
              <a:gd name="connsiteX2" fmla="*/ 0 w 765810"/>
              <a:gd name="connsiteY2" fmla="*/ 788670 h 2327910"/>
              <a:gd name="connsiteX3" fmla="*/ 662940 w 765810"/>
              <a:gd name="connsiteY3" fmla="*/ 792480 h 2327910"/>
              <a:gd name="connsiteX4" fmla="*/ 525780 w 765810"/>
              <a:gd name="connsiteY4" fmla="*/ 0 h 23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810" h="2327910">
                <a:moveTo>
                  <a:pt x="765810" y="2327910"/>
                </a:moveTo>
                <a:cubicBezTo>
                  <a:pt x="517525" y="1932940"/>
                  <a:pt x="269240" y="1537970"/>
                  <a:pt x="152400" y="1306830"/>
                </a:cubicBezTo>
                <a:lnTo>
                  <a:pt x="0" y="788670"/>
                </a:lnTo>
                <a:lnTo>
                  <a:pt x="662940" y="792480"/>
                </a:lnTo>
                <a:lnTo>
                  <a:pt x="525780" y="0"/>
                </a:lnTo>
              </a:path>
            </a:pathLst>
          </a:custGeom>
          <a:noFill/>
          <a:ln w="381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237745897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1EF48-571A-A55F-8867-99EEDB561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Boundary layer">
            <a:extLst>
              <a:ext uri="{FF2B5EF4-FFF2-40B4-BE49-F238E27FC236}">
                <a16:creationId xmlns:a16="http://schemas.microsoft.com/office/drawing/2014/main" id="{D325664A-E084-7F22-B7FC-F3D355268FA6}"/>
              </a:ext>
            </a:extLst>
          </p:cNvPr>
          <p:cNvGrpSpPr/>
          <p:nvPr/>
        </p:nvGrpSpPr>
        <p:grpSpPr>
          <a:xfrm>
            <a:off x="-2838" y="2634573"/>
            <a:ext cx="7624387" cy="1927266"/>
            <a:chOff x="521818" y="3295359"/>
            <a:chExt cx="8392188" cy="192726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BD6A4B2-086B-BBA0-8A74-4FB0B72289DA}"/>
                </a:ext>
              </a:extLst>
            </p:cNvPr>
            <p:cNvSpPr/>
            <p:nvPr/>
          </p:nvSpPr>
          <p:spPr>
            <a:xfrm>
              <a:off x="724637" y="3435978"/>
              <a:ext cx="8164655" cy="17866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079F054-6571-82D4-E643-D9E0854310F4}"/>
                </a:ext>
              </a:extLst>
            </p:cNvPr>
            <p:cNvSpPr/>
            <p:nvPr/>
          </p:nvSpPr>
          <p:spPr>
            <a:xfrm>
              <a:off x="7437273" y="3301058"/>
              <a:ext cx="1452019" cy="1512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ACCB00B-BED2-1B73-BF82-7635A9F18AA5}"/>
                </a:ext>
              </a:extLst>
            </p:cNvPr>
            <p:cNvGrpSpPr/>
            <p:nvPr/>
          </p:nvGrpSpPr>
          <p:grpSpPr>
            <a:xfrm>
              <a:off x="521818" y="3311856"/>
              <a:ext cx="8392188" cy="811229"/>
              <a:chOff x="979424" y="2315826"/>
              <a:chExt cx="6369792" cy="811229"/>
            </a:xfrm>
          </p:grpSpPr>
          <p:pic>
            <p:nvPicPr>
              <p:cNvPr id="8" name="Picture 7" descr="A white cloud in the sky">
                <a:extLst>
                  <a:ext uri="{FF2B5EF4-FFF2-40B4-BE49-F238E27FC236}">
                    <a16:creationId xmlns:a16="http://schemas.microsoft.com/office/drawing/2014/main" id="{F673EF7A-F2CB-8AB9-CA35-BD09015AD8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>
                <a:off x="979424" y="2339987"/>
                <a:ext cx="5057127" cy="784841"/>
              </a:xfrm>
              <a:prstGeom prst="rect">
                <a:avLst/>
              </a:prstGeom>
            </p:spPr>
          </p:pic>
          <p:pic>
            <p:nvPicPr>
              <p:cNvPr id="47" name="Picture 46" descr="A white cloud in the sky">
                <a:extLst>
                  <a:ext uri="{FF2B5EF4-FFF2-40B4-BE49-F238E27FC236}">
                    <a16:creationId xmlns:a16="http://schemas.microsoft.com/office/drawing/2014/main" id="{743E9190-6DC3-0D0C-2BB0-43CE57BE1B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 flipH="1">
                <a:off x="3455754" y="2323369"/>
                <a:ext cx="1639910" cy="784841"/>
              </a:xfrm>
              <a:prstGeom prst="rect">
                <a:avLst/>
              </a:prstGeom>
            </p:spPr>
          </p:pic>
          <p:pic>
            <p:nvPicPr>
              <p:cNvPr id="48" name="Picture 47" descr="A white cloud in the sky">
                <a:extLst>
                  <a:ext uri="{FF2B5EF4-FFF2-40B4-BE49-F238E27FC236}">
                    <a16:creationId xmlns:a16="http://schemas.microsoft.com/office/drawing/2014/main" id="{A8EECCA8-FC58-9BE6-76FF-2FC773A23F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>
                <a:off x="1143093" y="2342214"/>
                <a:ext cx="2950111" cy="784841"/>
              </a:xfrm>
              <a:prstGeom prst="rect">
                <a:avLst/>
              </a:prstGeom>
            </p:spPr>
          </p:pic>
          <p:pic>
            <p:nvPicPr>
              <p:cNvPr id="53" name="Picture 52" descr="A white cloud in the sky">
                <a:extLst>
                  <a:ext uri="{FF2B5EF4-FFF2-40B4-BE49-F238E27FC236}">
                    <a16:creationId xmlns:a16="http://schemas.microsoft.com/office/drawing/2014/main" id="{34DC9996-FFA9-323B-4CF6-B56323E093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>
                <a:off x="6734012" y="2315826"/>
                <a:ext cx="615204" cy="694859"/>
              </a:xfrm>
              <a:prstGeom prst="rect">
                <a:avLst/>
              </a:prstGeom>
            </p:spPr>
          </p:pic>
          <p:pic>
            <p:nvPicPr>
              <p:cNvPr id="50" name="Picture 49" descr="A white cloud in the sky">
                <a:extLst>
                  <a:ext uri="{FF2B5EF4-FFF2-40B4-BE49-F238E27FC236}">
                    <a16:creationId xmlns:a16="http://schemas.microsoft.com/office/drawing/2014/main" id="{FD795DAE-D8D4-3588-B81D-064C8CB8F8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>
                <a:off x="4959484" y="2431414"/>
                <a:ext cx="1070342" cy="577149"/>
              </a:xfrm>
              <a:prstGeom prst="rect">
                <a:avLst/>
              </a:prstGeom>
            </p:spPr>
          </p:pic>
          <p:pic>
            <p:nvPicPr>
              <p:cNvPr id="164" name="Picture 163" descr="A white cloud in the sky">
                <a:extLst>
                  <a:ext uri="{FF2B5EF4-FFF2-40B4-BE49-F238E27FC236}">
                    <a16:creationId xmlns:a16="http://schemas.microsoft.com/office/drawing/2014/main" id="{16E9C206-4506-310C-4A1A-5D246A4074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 flipH="1">
                <a:off x="6340598" y="2498619"/>
                <a:ext cx="227739" cy="492703"/>
              </a:xfrm>
              <a:prstGeom prst="rect">
                <a:avLst/>
              </a:prstGeom>
            </p:spPr>
          </p:pic>
          <p:pic>
            <p:nvPicPr>
              <p:cNvPr id="219" name="Picture 218" descr="A white cloud in the sky">
                <a:extLst>
                  <a:ext uri="{FF2B5EF4-FFF2-40B4-BE49-F238E27FC236}">
                    <a16:creationId xmlns:a16="http://schemas.microsoft.com/office/drawing/2014/main" id="{28F0ED00-A101-ADB3-D546-628AFF637C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01" t="34395" r="7916" b="32802"/>
              <a:stretch/>
            </p:blipFill>
            <p:spPr>
              <a:xfrm flipH="1">
                <a:off x="1037313" y="2323369"/>
                <a:ext cx="1639910" cy="784841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9154857-1AF0-CE40-125C-3D621655520C}"/>
                </a:ext>
              </a:extLst>
            </p:cNvPr>
            <p:cNvGrpSpPr/>
            <p:nvPr/>
          </p:nvGrpSpPr>
          <p:grpSpPr>
            <a:xfrm>
              <a:off x="735801" y="3295359"/>
              <a:ext cx="8153491" cy="686088"/>
              <a:chOff x="735802" y="3295359"/>
              <a:chExt cx="6083832" cy="686088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E2A4D6A-B8E2-E893-DEB9-09C4683BBE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802" y="3450206"/>
                <a:ext cx="489607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DD47DA98-1034-F6C1-8452-D72F3CCCD1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802" y="3981447"/>
                <a:ext cx="60838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75F3DE7-0661-E90A-056E-9F184C242B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14190" y="3295359"/>
                <a:ext cx="122001" cy="15484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2CE0F05A-E8D9-C39D-4448-8018D4E9DE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31461" y="3297886"/>
                <a:ext cx="1088173" cy="612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" name="Temperature">
            <a:extLst>
              <a:ext uri="{FF2B5EF4-FFF2-40B4-BE49-F238E27FC236}">
                <a16:creationId xmlns:a16="http://schemas.microsoft.com/office/drawing/2014/main" id="{C57330F5-D988-1B70-9AA7-5FE3C290BD05}"/>
              </a:ext>
            </a:extLst>
          </p:cNvPr>
          <p:cNvGrpSpPr/>
          <p:nvPr/>
        </p:nvGrpSpPr>
        <p:grpSpPr>
          <a:xfrm>
            <a:off x="840687" y="1749991"/>
            <a:ext cx="1907070" cy="1078061"/>
            <a:chOff x="840687" y="1749991"/>
            <a:chExt cx="1907070" cy="1078061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C0D21AE-4699-380A-8957-4CB9795655C7}"/>
                </a:ext>
              </a:extLst>
            </p:cNvPr>
            <p:cNvSpPr txBox="1"/>
            <p:nvPr/>
          </p:nvSpPr>
          <p:spPr>
            <a:xfrm>
              <a:off x="840687" y="2531610"/>
              <a:ext cx="11581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1200" b="1" dirty="0">
                  <a:latin typeface="+mn-lt"/>
                </a:rPr>
                <a:t>inversion</a:t>
              </a:r>
            </a:p>
          </p:txBody>
        </p:sp>
        <p:grpSp>
          <p:nvGrpSpPr>
            <p:cNvPr id="78" name="Temperature(z)">
              <a:extLst>
                <a:ext uri="{FF2B5EF4-FFF2-40B4-BE49-F238E27FC236}">
                  <a16:creationId xmlns:a16="http://schemas.microsoft.com/office/drawing/2014/main" id="{04C6BEA0-B254-6A9C-EC99-BF32EAF49789}"/>
                </a:ext>
              </a:extLst>
            </p:cNvPr>
            <p:cNvGrpSpPr/>
            <p:nvPr/>
          </p:nvGrpSpPr>
          <p:grpSpPr>
            <a:xfrm>
              <a:off x="1476101" y="1749991"/>
              <a:ext cx="1271656" cy="1078061"/>
              <a:chOff x="4456536" y="1738128"/>
              <a:chExt cx="1271656" cy="107806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10C4F27F-62F8-AFA0-75E3-D36C94EB0708}"/>
                      </a:ext>
                    </a:extLst>
                  </p:cNvPr>
                  <p:cNvSpPr txBox="1"/>
                  <p:nvPr/>
                </p:nvSpPr>
                <p:spPr>
                  <a:xfrm>
                    <a:off x="4653464" y="1738128"/>
                    <a:ext cx="6973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GB" sz="1800" dirty="0">
                      <a:solidFill>
                        <a:schemeClr val="accent5"/>
                      </a:solidFill>
                      <a:latin typeface="+mn-lt"/>
                    </a:endParaRPr>
                  </a:p>
                </p:txBody>
              </p:sp>
            </mc:Choice>
            <mc:Fallback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10C4F27F-62F8-AFA0-75E3-D36C94EB07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53464" y="1738128"/>
                    <a:ext cx="697358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0" name="TextBox 289">
                    <a:extLst>
                      <a:ext uri="{FF2B5EF4-FFF2-40B4-BE49-F238E27FC236}">
                        <a16:creationId xmlns:a16="http://schemas.microsoft.com/office/drawing/2014/main" id="{1B79B1EE-438C-AAAE-88AA-0524AE2FBDC3}"/>
                      </a:ext>
                    </a:extLst>
                  </p:cNvPr>
                  <p:cNvSpPr txBox="1"/>
                  <p:nvPr/>
                </p:nvSpPr>
                <p:spPr>
                  <a:xfrm>
                    <a:off x="5030834" y="2446857"/>
                    <a:ext cx="6973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18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18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oMath>
                      </m:oMathPara>
                    </a14:m>
                    <a:endParaRPr lang="en-GB" sz="1800" dirty="0">
                      <a:solidFill>
                        <a:schemeClr val="accent5"/>
                      </a:solidFill>
                      <a:latin typeface="+mn-lt"/>
                    </a:endParaRPr>
                  </a:p>
                </p:txBody>
              </p:sp>
            </mc:Choice>
            <mc:Fallback>
              <p:sp>
                <p:nvSpPr>
                  <p:cNvPr id="290" name="TextBox 289">
                    <a:extLst>
                      <a:ext uri="{FF2B5EF4-FFF2-40B4-BE49-F238E27FC236}">
                        <a16:creationId xmlns:a16="http://schemas.microsoft.com/office/drawing/2014/main" id="{1B79B1EE-438C-AAAE-88AA-0524AE2FBD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0834" y="2446857"/>
                    <a:ext cx="697358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D74948F7-0625-B93F-C839-2CD6581BC32A}"/>
                      </a:ext>
                    </a:extLst>
                  </p:cNvPr>
                  <p:cNvSpPr txBox="1"/>
                  <p:nvPr/>
                </p:nvSpPr>
                <p:spPr>
                  <a:xfrm>
                    <a:off x="4456536" y="2433656"/>
                    <a:ext cx="6973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n-GB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D74948F7-0625-B93F-C839-2CD6581BC3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56536" y="2433656"/>
                    <a:ext cx="697358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0" name="s(z)">
            <a:extLst>
              <a:ext uri="{FF2B5EF4-FFF2-40B4-BE49-F238E27FC236}">
                <a16:creationId xmlns:a16="http://schemas.microsoft.com/office/drawing/2014/main" id="{1F88CAF0-D1E8-032B-5028-3AAC0FF0C0B4}"/>
              </a:ext>
            </a:extLst>
          </p:cNvPr>
          <p:cNvGrpSpPr/>
          <p:nvPr/>
        </p:nvGrpSpPr>
        <p:grpSpPr>
          <a:xfrm>
            <a:off x="1562210" y="1884554"/>
            <a:ext cx="1380814" cy="2501967"/>
            <a:chOff x="1562210" y="1884554"/>
            <a:chExt cx="1380814" cy="250196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57D493C-7867-629D-8A50-36FDC2B2DB29}"/>
                    </a:ext>
                  </a:extLst>
                </p:cNvPr>
                <p:cNvSpPr txBox="1"/>
                <p:nvPr/>
              </p:nvSpPr>
              <p:spPr>
                <a:xfrm>
                  <a:off x="2245666" y="2134940"/>
                  <a:ext cx="6973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1800" dirty="0">
                    <a:solidFill>
                      <a:schemeClr val="accent6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57D493C-7867-629D-8A50-36FDC2B2D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666" y="2134940"/>
                  <a:ext cx="69735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3C6B089E-7827-3813-2D72-94CA519AD1F0}"/>
                </a:ext>
              </a:extLst>
            </p:cNvPr>
            <p:cNvGrpSpPr/>
            <p:nvPr/>
          </p:nvGrpSpPr>
          <p:grpSpPr>
            <a:xfrm>
              <a:off x="1585686" y="1884554"/>
              <a:ext cx="924308" cy="2450695"/>
              <a:chOff x="1585686" y="1884554"/>
              <a:chExt cx="924308" cy="2450695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1B538737-4906-2676-E17B-ECB96D61FFEE}"/>
                  </a:ext>
                </a:extLst>
              </p:cNvPr>
              <p:cNvSpPr/>
              <p:nvPr/>
            </p:nvSpPr>
            <p:spPr>
              <a:xfrm>
                <a:off x="1847419" y="1884554"/>
                <a:ext cx="662575" cy="916268"/>
              </a:xfrm>
              <a:custGeom>
                <a:avLst/>
                <a:gdLst>
                  <a:gd name="connsiteX0" fmla="*/ 0 w 1043709"/>
                  <a:gd name="connsiteY0" fmla="*/ 951346 h 953299"/>
                  <a:gd name="connsiteX1" fmla="*/ 544946 w 1043709"/>
                  <a:gd name="connsiteY1" fmla="*/ 803564 h 953299"/>
                  <a:gd name="connsiteX2" fmla="*/ 1043709 w 1043709"/>
                  <a:gd name="connsiteY2" fmla="*/ 0 h 95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43709" h="953299">
                    <a:moveTo>
                      <a:pt x="0" y="951346"/>
                    </a:moveTo>
                    <a:cubicBezTo>
                      <a:pt x="185497" y="956734"/>
                      <a:pt x="370995" y="962122"/>
                      <a:pt x="544946" y="803564"/>
                    </a:cubicBezTo>
                    <a:cubicBezTo>
                      <a:pt x="718898" y="645006"/>
                      <a:pt x="881303" y="322503"/>
                      <a:pt x="1043709" y="0"/>
                    </a:cubicBezTo>
                  </a:path>
                </a:pathLst>
              </a:cu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960E25C8-0E63-A385-92B9-16BF9624F1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686" y="2799081"/>
                <a:ext cx="4527" cy="1536168"/>
              </a:xfrm>
              <a:prstGeom prst="line">
                <a:avLst/>
              </a:prstGeom>
              <a:ln w="38100">
                <a:solidFill>
                  <a:schemeClr val="accent6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222D4D0F-2BC0-9C7E-900D-C1CF4560DD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687" y="2799081"/>
                <a:ext cx="261732" cy="0"/>
              </a:xfrm>
              <a:prstGeom prst="line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25F0DBD2-A925-7FB7-1511-EFA467F21A96}"/>
                </a:ext>
              </a:extLst>
            </p:cNvPr>
            <p:cNvSpPr txBox="1"/>
            <p:nvPr/>
          </p:nvSpPr>
          <p:spPr>
            <a:xfrm>
              <a:off x="1562210" y="3863301"/>
              <a:ext cx="85447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sz="1400" b="1" dirty="0">
                  <a:latin typeface="+mn-lt"/>
                </a:rPr>
                <a:t>well</a:t>
              </a:r>
            </a:p>
            <a:p>
              <a:pPr algn="l"/>
              <a:r>
                <a:rPr lang="en-GB" sz="1400" b="1" dirty="0">
                  <a:latin typeface="+mn-lt"/>
                </a:rPr>
                <a:t>mixed</a:t>
              </a:r>
              <a:endParaRPr lang="en-GB" dirty="0"/>
            </a:p>
          </p:txBody>
        </p:sp>
      </p:grpSp>
      <p:grpSp>
        <p:nvGrpSpPr>
          <p:cNvPr id="76" name="q(z)">
            <a:extLst>
              <a:ext uri="{FF2B5EF4-FFF2-40B4-BE49-F238E27FC236}">
                <a16:creationId xmlns:a16="http://schemas.microsoft.com/office/drawing/2014/main" id="{AEDE9E72-C47B-9C25-6D90-4006091A85F3}"/>
              </a:ext>
            </a:extLst>
          </p:cNvPr>
          <p:cNvGrpSpPr/>
          <p:nvPr/>
        </p:nvGrpSpPr>
        <p:grpSpPr>
          <a:xfrm>
            <a:off x="757124" y="1918209"/>
            <a:ext cx="1345567" cy="2417040"/>
            <a:chOff x="2895730" y="1914525"/>
            <a:chExt cx="1345567" cy="2417040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A95BC74-856A-171E-4FC2-4EEB0CE2C41B}"/>
                </a:ext>
              </a:extLst>
            </p:cNvPr>
            <p:cNvSpPr/>
            <p:nvPr/>
          </p:nvSpPr>
          <p:spPr>
            <a:xfrm>
              <a:off x="2930966" y="1914525"/>
              <a:ext cx="598847" cy="2417040"/>
            </a:xfrm>
            <a:custGeom>
              <a:avLst/>
              <a:gdLst>
                <a:gd name="connsiteX0" fmla="*/ 736600 w 736600"/>
                <a:gd name="connsiteY0" fmla="*/ 2508250 h 2508250"/>
                <a:gd name="connsiteX1" fmla="*/ 736600 w 736600"/>
                <a:gd name="connsiteY1" fmla="*/ 901700 h 2508250"/>
                <a:gd name="connsiteX2" fmla="*/ 0 w 736600"/>
                <a:gd name="connsiteY2" fmla="*/ 901700 h 2508250"/>
                <a:gd name="connsiteX3" fmla="*/ 0 w 736600"/>
                <a:gd name="connsiteY3" fmla="*/ 0 h 250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6600" h="2508250">
                  <a:moveTo>
                    <a:pt x="736600" y="2508250"/>
                  </a:moveTo>
                  <a:lnTo>
                    <a:pt x="736600" y="901700"/>
                  </a:lnTo>
                  <a:lnTo>
                    <a:pt x="0" y="90170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00EC1AC-7F2D-55A4-3AF5-D00EB937DBB1}"/>
                    </a:ext>
                  </a:extLst>
                </p:cNvPr>
                <p:cNvSpPr txBox="1"/>
                <p:nvPr/>
              </p:nvSpPr>
              <p:spPr>
                <a:xfrm>
                  <a:off x="2895730" y="2205008"/>
                  <a:ext cx="6973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00EC1AC-7F2D-55A4-3AF5-D00EB937DB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730" y="2205008"/>
                  <a:ext cx="697358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F221B922-AB75-BE2C-F131-037F0BCE2610}"/>
                    </a:ext>
                  </a:extLst>
                </p:cNvPr>
                <p:cNvSpPr txBox="1"/>
                <p:nvPr/>
              </p:nvSpPr>
              <p:spPr>
                <a:xfrm>
                  <a:off x="3033180" y="3552375"/>
                  <a:ext cx="6973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F221B922-AB75-BE2C-F131-037F0BCE26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3180" y="3552375"/>
                  <a:ext cx="697358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FB8DCCC4-1FD6-8F9D-95D7-9FFFD26A6D54}"/>
                    </a:ext>
                  </a:extLst>
                </p:cNvPr>
                <p:cNvSpPr txBox="1"/>
                <p:nvPr/>
              </p:nvSpPr>
              <p:spPr>
                <a:xfrm>
                  <a:off x="3543939" y="3552375"/>
                  <a:ext cx="6973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GB" sz="1800" dirty="0">
                    <a:solidFill>
                      <a:schemeClr val="accent6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FB8DCCC4-1FD6-8F9D-95D7-9FFFD26A6D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3939" y="3552375"/>
                  <a:ext cx="69735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ql(z)">
            <a:extLst>
              <a:ext uri="{FF2B5EF4-FFF2-40B4-BE49-F238E27FC236}">
                <a16:creationId xmlns:a16="http://schemas.microsoft.com/office/drawing/2014/main" id="{9C67D263-5C35-1B1A-1609-4E4D435AFB28}"/>
              </a:ext>
            </a:extLst>
          </p:cNvPr>
          <p:cNvGrpSpPr/>
          <p:nvPr/>
        </p:nvGrpSpPr>
        <p:grpSpPr>
          <a:xfrm>
            <a:off x="757661" y="1819815"/>
            <a:ext cx="697358" cy="2515434"/>
            <a:chOff x="3694597" y="1816131"/>
            <a:chExt cx="697358" cy="2515434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A50A4EE-DD85-8035-32B3-E0BFD02C3CB3}"/>
                </a:ext>
              </a:extLst>
            </p:cNvPr>
            <p:cNvSpPr/>
            <p:nvPr/>
          </p:nvSpPr>
          <p:spPr>
            <a:xfrm>
              <a:off x="3723175" y="1914525"/>
              <a:ext cx="598847" cy="2417040"/>
            </a:xfrm>
            <a:custGeom>
              <a:avLst/>
              <a:gdLst>
                <a:gd name="connsiteX0" fmla="*/ 6350 w 857250"/>
                <a:gd name="connsiteY0" fmla="*/ 2552700 h 2552700"/>
                <a:gd name="connsiteX1" fmla="*/ 6350 w 857250"/>
                <a:gd name="connsiteY1" fmla="*/ 1435100 h 2552700"/>
                <a:gd name="connsiteX2" fmla="*/ 857250 w 857250"/>
                <a:gd name="connsiteY2" fmla="*/ 946150 h 2552700"/>
                <a:gd name="connsiteX3" fmla="*/ 0 w 857250"/>
                <a:gd name="connsiteY3" fmla="*/ 946150 h 2552700"/>
                <a:gd name="connsiteX4" fmla="*/ 0 w 857250"/>
                <a:gd name="connsiteY4" fmla="*/ 0 h 25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2552700">
                  <a:moveTo>
                    <a:pt x="6350" y="2552700"/>
                  </a:moveTo>
                  <a:lnTo>
                    <a:pt x="6350" y="1435100"/>
                  </a:lnTo>
                  <a:lnTo>
                    <a:pt x="857250" y="946150"/>
                  </a:lnTo>
                  <a:lnTo>
                    <a:pt x="0" y="94615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9488637-1A58-4A0A-D96A-4702FF121906}"/>
                    </a:ext>
                  </a:extLst>
                </p:cNvPr>
                <p:cNvSpPr txBox="1"/>
                <p:nvPr/>
              </p:nvSpPr>
              <p:spPr>
                <a:xfrm>
                  <a:off x="3694597" y="1816131"/>
                  <a:ext cx="6973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GB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1800" dirty="0">
                    <a:solidFill>
                      <a:schemeClr val="accent5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9488637-1A58-4A0A-D96A-4702FF1219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4597" y="1816131"/>
                  <a:ext cx="697358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870" b="-1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Height">
            <a:extLst>
              <a:ext uri="{FF2B5EF4-FFF2-40B4-BE49-F238E27FC236}">
                <a16:creationId xmlns:a16="http://schemas.microsoft.com/office/drawing/2014/main" id="{E226294B-DF7D-E8B1-817C-71028C445842}"/>
              </a:ext>
            </a:extLst>
          </p:cNvPr>
          <p:cNvGrpSpPr/>
          <p:nvPr/>
        </p:nvGrpSpPr>
        <p:grpSpPr>
          <a:xfrm>
            <a:off x="38370" y="1346799"/>
            <a:ext cx="1538178" cy="3092516"/>
            <a:chOff x="38370" y="1346799"/>
            <a:chExt cx="1538178" cy="3092516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99A7E0D-0032-79C9-6B4D-01B03D68C297}"/>
                </a:ext>
              </a:extLst>
            </p:cNvPr>
            <p:cNvSpPr txBox="1"/>
            <p:nvPr/>
          </p:nvSpPr>
          <p:spPr>
            <a:xfrm rot="16200000">
              <a:off x="-6656" y="3587095"/>
              <a:ext cx="914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1200" b="1" dirty="0">
                  <a:latin typeface="+mn-lt"/>
                </a:rPr>
                <a:t>boundary</a:t>
              </a:r>
            </a:p>
            <a:p>
              <a:pPr algn="l"/>
              <a:r>
                <a:rPr lang="en-GB" sz="1200" b="1" dirty="0">
                  <a:latin typeface="+mn-lt"/>
                </a:rPr>
                <a:t>layer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CE09546-D59E-F1A2-94FA-66928CF29D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78" y="2802120"/>
              <a:ext cx="0" cy="163719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CB791812-2A25-A559-3996-2856F6B6E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78" y="1346799"/>
              <a:ext cx="0" cy="144262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FBF97FA-4DC9-91EE-11B6-2555809CF6EA}"/>
                </a:ext>
              </a:extLst>
            </p:cNvPr>
            <p:cNvSpPr txBox="1"/>
            <p:nvPr/>
          </p:nvSpPr>
          <p:spPr>
            <a:xfrm>
              <a:off x="141382" y="1383401"/>
              <a:ext cx="14351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1200" b="1" dirty="0">
                  <a:latin typeface="+mn-lt"/>
                </a:rPr>
                <a:t>free troposphere</a:t>
              </a: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A6F60CF-9E5D-BA2A-715A-0A55C683DB18}"/>
                </a:ext>
              </a:extLst>
            </p:cNvPr>
            <p:cNvGrpSpPr/>
            <p:nvPr/>
          </p:nvGrpSpPr>
          <p:grpSpPr>
            <a:xfrm>
              <a:off x="210844" y="2795285"/>
              <a:ext cx="276999" cy="740464"/>
              <a:chOff x="2659844" y="3456071"/>
              <a:chExt cx="276999" cy="740464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D64151B-3D3F-E21A-F5C2-88F0C229CD82}"/>
                  </a:ext>
                </a:extLst>
              </p:cNvPr>
              <p:cNvSpPr txBox="1"/>
              <p:nvPr/>
            </p:nvSpPr>
            <p:spPr>
              <a:xfrm rot="16200000">
                <a:off x="2428112" y="3687803"/>
                <a:ext cx="74046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1200" b="1" dirty="0">
                    <a:latin typeface="+mn-lt"/>
                  </a:rPr>
                  <a:t>CLT</a:t>
                </a:r>
              </a:p>
            </p:txBody>
          </p: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2C385DBD-AA45-B476-915B-F8DDAB8E67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19357" y="3462906"/>
                <a:ext cx="0" cy="51854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D416D88D-2E5F-DA35-A5A8-1615BC076877}"/>
                    </a:ext>
                  </a:extLst>
                </p:cNvPr>
                <p:cNvSpPr txBox="1"/>
                <p:nvPr/>
              </p:nvSpPr>
              <p:spPr>
                <a:xfrm>
                  <a:off x="38370" y="2427005"/>
                  <a:ext cx="69735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20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GB" sz="2000" dirty="0">
                    <a:solidFill>
                      <a:schemeClr val="accent6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D416D88D-2E5F-DA35-A5A8-1615BC0768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70" y="2427005"/>
                  <a:ext cx="697358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Clearing">
            <a:extLst>
              <a:ext uri="{FF2B5EF4-FFF2-40B4-BE49-F238E27FC236}">
                <a16:creationId xmlns:a16="http://schemas.microsoft.com/office/drawing/2014/main" id="{5165568D-4C69-2B57-7D37-3825786350B2}"/>
              </a:ext>
            </a:extLst>
          </p:cNvPr>
          <p:cNvGrpSpPr/>
          <p:nvPr/>
        </p:nvGrpSpPr>
        <p:grpSpPr>
          <a:xfrm>
            <a:off x="5516513" y="2449917"/>
            <a:ext cx="1471558" cy="1365233"/>
            <a:chOff x="6797692" y="2433648"/>
            <a:chExt cx="1471558" cy="1365233"/>
          </a:xfrm>
        </p:grpSpPr>
        <p:pic>
          <p:nvPicPr>
            <p:cNvPr id="170" name="Graphic 169" descr="Merger outline">
              <a:extLst>
                <a:ext uri="{FF2B5EF4-FFF2-40B4-BE49-F238E27FC236}">
                  <a16:creationId xmlns:a16="http://schemas.microsoft.com/office/drawing/2014/main" id="{8E07C7B0-D7C7-4604-0070-AE32C3EB1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5400000" flipH="1">
              <a:off x="6910251" y="2601004"/>
              <a:ext cx="1249112" cy="914400"/>
            </a:xfrm>
            <a:prstGeom prst="rect">
              <a:avLst/>
            </a:prstGeom>
          </p:spPr>
        </p:pic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4007D59F-D7E1-6B56-CDC6-3C48EC1D3A61}"/>
                </a:ext>
              </a:extLst>
            </p:cNvPr>
            <p:cNvSpPr txBox="1"/>
            <p:nvPr/>
          </p:nvSpPr>
          <p:spPr>
            <a:xfrm>
              <a:off x="6797692" y="3337216"/>
              <a:ext cx="1471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+mn-lt"/>
                </a:rPr>
                <a:t>enhanced entrain.</a:t>
              </a:r>
            </a:p>
          </p:txBody>
        </p:sp>
      </p:grpSp>
      <p:grpSp>
        <p:nvGrpSpPr>
          <p:cNvPr id="72" name="Shortwave">
            <a:extLst>
              <a:ext uri="{FF2B5EF4-FFF2-40B4-BE49-F238E27FC236}">
                <a16:creationId xmlns:a16="http://schemas.microsoft.com/office/drawing/2014/main" id="{200A94E3-392D-D3B0-62F8-9BD99CA8A81A}"/>
              </a:ext>
            </a:extLst>
          </p:cNvPr>
          <p:cNvGrpSpPr/>
          <p:nvPr/>
        </p:nvGrpSpPr>
        <p:grpSpPr>
          <a:xfrm>
            <a:off x="5634789" y="1851150"/>
            <a:ext cx="714165" cy="2556009"/>
            <a:chOff x="5634789" y="1851150"/>
            <a:chExt cx="714165" cy="2556009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6A124966-7AF5-23CE-A458-E88EDD7F6495}"/>
                </a:ext>
              </a:extLst>
            </p:cNvPr>
            <p:cNvGrpSpPr/>
            <p:nvPr/>
          </p:nvGrpSpPr>
          <p:grpSpPr>
            <a:xfrm rot="10800000">
              <a:off x="5668372" y="1916909"/>
              <a:ext cx="162560" cy="870680"/>
              <a:chOff x="7339536" y="2217089"/>
              <a:chExt cx="156952" cy="840639"/>
            </a:xfrm>
            <a:solidFill>
              <a:srgbClr val="FFC000"/>
            </a:solidFill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A848CC1E-F500-2ECE-BA37-E8B3E484179D}"/>
                  </a:ext>
                </a:extLst>
              </p:cNvPr>
              <p:cNvSpPr/>
              <p:nvPr/>
            </p:nvSpPr>
            <p:spPr>
              <a:xfrm rot="5400000">
                <a:off x="7056923" y="2632143"/>
                <a:ext cx="762000" cy="89170"/>
              </a:xfrm>
              <a:custGeom>
                <a:avLst/>
                <a:gdLst>
                  <a:gd name="connsiteX0" fmla="*/ 723900 w 762000"/>
                  <a:gd name="connsiteY0" fmla="*/ 12097 h 78200"/>
                  <a:gd name="connsiteX1" fmla="*/ 666750 w 762000"/>
                  <a:gd name="connsiteY1" fmla="*/ 0 h 78200"/>
                  <a:gd name="connsiteX2" fmla="*/ 609600 w 762000"/>
                  <a:gd name="connsiteY2" fmla="*/ 12097 h 78200"/>
                  <a:gd name="connsiteX3" fmla="*/ 571500 w 762000"/>
                  <a:gd name="connsiteY3" fmla="*/ 21050 h 78200"/>
                  <a:gd name="connsiteX4" fmla="*/ 571500 w 762000"/>
                  <a:gd name="connsiteY4" fmla="*/ 21050 h 78200"/>
                  <a:gd name="connsiteX5" fmla="*/ 533400 w 762000"/>
                  <a:gd name="connsiteY5" fmla="*/ 12097 h 78200"/>
                  <a:gd name="connsiteX6" fmla="*/ 476250 w 762000"/>
                  <a:gd name="connsiteY6" fmla="*/ 0 h 78200"/>
                  <a:gd name="connsiteX7" fmla="*/ 419100 w 762000"/>
                  <a:gd name="connsiteY7" fmla="*/ 12097 h 78200"/>
                  <a:gd name="connsiteX8" fmla="*/ 381000 w 762000"/>
                  <a:gd name="connsiteY8" fmla="*/ 21050 h 78200"/>
                  <a:gd name="connsiteX9" fmla="*/ 342900 w 762000"/>
                  <a:gd name="connsiteY9" fmla="*/ 12097 h 78200"/>
                  <a:gd name="connsiteX10" fmla="*/ 285750 w 762000"/>
                  <a:gd name="connsiteY10" fmla="*/ 0 h 78200"/>
                  <a:gd name="connsiteX11" fmla="*/ 228600 w 762000"/>
                  <a:gd name="connsiteY11" fmla="*/ 12097 h 78200"/>
                  <a:gd name="connsiteX12" fmla="*/ 190500 w 762000"/>
                  <a:gd name="connsiteY12" fmla="*/ 21050 h 78200"/>
                  <a:gd name="connsiteX13" fmla="*/ 152400 w 762000"/>
                  <a:gd name="connsiteY13" fmla="*/ 12097 h 78200"/>
                  <a:gd name="connsiteX14" fmla="*/ 95250 w 762000"/>
                  <a:gd name="connsiteY14" fmla="*/ 0 h 78200"/>
                  <a:gd name="connsiteX15" fmla="*/ 38100 w 762000"/>
                  <a:gd name="connsiteY15" fmla="*/ 12097 h 78200"/>
                  <a:gd name="connsiteX16" fmla="*/ 0 w 762000"/>
                  <a:gd name="connsiteY16" fmla="*/ 21050 h 78200"/>
                  <a:gd name="connsiteX17" fmla="*/ 0 w 762000"/>
                  <a:gd name="connsiteY17" fmla="*/ 78200 h 78200"/>
                  <a:gd name="connsiteX18" fmla="*/ 57150 w 762000"/>
                  <a:gd name="connsiteY18" fmla="*/ 66104 h 78200"/>
                  <a:gd name="connsiteX19" fmla="*/ 95250 w 762000"/>
                  <a:gd name="connsiteY19" fmla="*/ 57055 h 78200"/>
                  <a:gd name="connsiteX20" fmla="*/ 133350 w 762000"/>
                  <a:gd name="connsiteY20" fmla="*/ 66104 h 78200"/>
                  <a:gd name="connsiteX21" fmla="*/ 190500 w 762000"/>
                  <a:gd name="connsiteY21" fmla="*/ 78200 h 78200"/>
                  <a:gd name="connsiteX22" fmla="*/ 247650 w 762000"/>
                  <a:gd name="connsiteY22" fmla="*/ 66104 h 78200"/>
                  <a:gd name="connsiteX23" fmla="*/ 285750 w 762000"/>
                  <a:gd name="connsiteY23" fmla="*/ 57055 h 78200"/>
                  <a:gd name="connsiteX24" fmla="*/ 323850 w 762000"/>
                  <a:gd name="connsiteY24" fmla="*/ 66008 h 78200"/>
                  <a:gd name="connsiteX25" fmla="*/ 381000 w 762000"/>
                  <a:gd name="connsiteY25" fmla="*/ 78200 h 78200"/>
                  <a:gd name="connsiteX26" fmla="*/ 438150 w 762000"/>
                  <a:gd name="connsiteY26" fmla="*/ 66104 h 78200"/>
                  <a:gd name="connsiteX27" fmla="*/ 476250 w 762000"/>
                  <a:gd name="connsiteY27" fmla="*/ 57055 h 78200"/>
                  <a:gd name="connsiteX28" fmla="*/ 514350 w 762000"/>
                  <a:gd name="connsiteY28" fmla="*/ 66104 h 78200"/>
                  <a:gd name="connsiteX29" fmla="*/ 571500 w 762000"/>
                  <a:gd name="connsiteY29" fmla="*/ 78200 h 78200"/>
                  <a:gd name="connsiteX30" fmla="*/ 628650 w 762000"/>
                  <a:gd name="connsiteY30" fmla="*/ 66104 h 78200"/>
                  <a:gd name="connsiteX31" fmla="*/ 666750 w 762000"/>
                  <a:gd name="connsiteY31" fmla="*/ 57055 h 78200"/>
                  <a:gd name="connsiteX32" fmla="*/ 704850 w 762000"/>
                  <a:gd name="connsiteY32" fmla="*/ 66008 h 78200"/>
                  <a:gd name="connsiteX33" fmla="*/ 762000 w 762000"/>
                  <a:gd name="connsiteY33" fmla="*/ 78200 h 78200"/>
                  <a:gd name="connsiteX34" fmla="*/ 762000 w 762000"/>
                  <a:gd name="connsiteY34" fmla="*/ 21050 h 78200"/>
                  <a:gd name="connsiteX35" fmla="*/ 723900 w 762000"/>
                  <a:gd name="connsiteY35" fmla="*/ 12097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82" y="4827"/>
                      <a:pt x="686352" y="735"/>
                      <a:pt x="666750" y="0"/>
                    </a:cubicBezTo>
                    <a:cubicBezTo>
                      <a:pt x="647149" y="735"/>
                      <a:pt x="627818" y="4827"/>
                      <a:pt x="609600" y="12097"/>
                    </a:cubicBezTo>
                    <a:cubicBezTo>
                      <a:pt x="597465" y="17114"/>
                      <a:pt x="584600" y="20137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3"/>
                      <a:pt x="545533" y="17118"/>
                      <a:pt x="533400" y="12097"/>
                    </a:cubicBezTo>
                    <a:cubicBezTo>
                      <a:pt x="515182" y="4827"/>
                      <a:pt x="495852" y="735"/>
                      <a:pt x="476250" y="0"/>
                    </a:cubicBezTo>
                    <a:cubicBezTo>
                      <a:pt x="456649" y="735"/>
                      <a:pt x="437318" y="4827"/>
                      <a:pt x="419100" y="12097"/>
                    </a:cubicBezTo>
                    <a:cubicBezTo>
                      <a:pt x="406965" y="17114"/>
                      <a:pt x="394100" y="20137"/>
                      <a:pt x="381000" y="21050"/>
                    </a:cubicBezTo>
                    <a:cubicBezTo>
                      <a:pt x="367900" y="20137"/>
                      <a:pt x="355035" y="17114"/>
                      <a:pt x="342900" y="12097"/>
                    </a:cubicBezTo>
                    <a:cubicBezTo>
                      <a:pt x="324682" y="4827"/>
                      <a:pt x="305352" y="735"/>
                      <a:pt x="285750" y="0"/>
                    </a:cubicBezTo>
                    <a:cubicBezTo>
                      <a:pt x="266149" y="735"/>
                      <a:pt x="246818" y="4827"/>
                      <a:pt x="228600" y="12097"/>
                    </a:cubicBezTo>
                    <a:cubicBezTo>
                      <a:pt x="216465" y="17114"/>
                      <a:pt x="203600" y="20137"/>
                      <a:pt x="190500" y="21050"/>
                    </a:cubicBezTo>
                    <a:cubicBezTo>
                      <a:pt x="177400" y="20137"/>
                      <a:pt x="164535" y="17114"/>
                      <a:pt x="152400" y="12097"/>
                    </a:cubicBezTo>
                    <a:cubicBezTo>
                      <a:pt x="134182" y="4827"/>
                      <a:pt x="114851" y="735"/>
                      <a:pt x="95250" y="0"/>
                    </a:cubicBezTo>
                    <a:cubicBezTo>
                      <a:pt x="75649" y="745"/>
                      <a:pt x="56321" y="4836"/>
                      <a:pt x="38100" y="12097"/>
                    </a:cubicBezTo>
                    <a:cubicBezTo>
                      <a:pt x="25962" y="17105"/>
                      <a:pt x="13098" y="20128"/>
                      <a:pt x="0" y="21050"/>
                    </a:cubicBezTo>
                    <a:lnTo>
                      <a:pt x="0" y="78200"/>
                    </a:lnTo>
                    <a:cubicBezTo>
                      <a:pt x="19601" y="77460"/>
                      <a:pt x="38931" y="73368"/>
                      <a:pt x="57150" y="66104"/>
                    </a:cubicBezTo>
                    <a:cubicBezTo>
                      <a:pt x="69283" y="61064"/>
                      <a:pt x="82146" y="58008"/>
                      <a:pt x="95250" y="57055"/>
                    </a:cubicBezTo>
                    <a:cubicBezTo>
                      <a:pt x="108354" y="57999"/>
                      <a:pt x="121221" y="61054"/>
                      <a:pt x="133350" y="66104"/>
                    </a:cubicBezTo>
                    <a:cubicBezTo>
                      <a:pt x="151568" y="73373"/>
                      <a:pt x="170899" y="77465"/>
                      <a:pt x="190500" y="78200"/>
                    </a:cubicBezTo>
                    <a:cubicBezTo>
                      <a:pt x="210102" y="77465"/>
                      <a:pt x="229432" y="73373"/>
                      <a:pt x="247650" y="66104"/>
                    </a:cubicBezTo>
                    <a:cubicBezTo>
                      <a:pt x="259779" y="61054"/>
                      <a:pt x="272646" y="57999"/>
                      <a:pt x="285750" y="57055"/>
                    </a:cubicBezTo>
                    <a:cubicBezTo>
                      <a:pt x="298850" y="57968"/>
                      <a:pt x="311715" y="60991"/>
                      <a:pt x="323850" y="66008"/>
                    </a:cubicBezTo>
                    <a:cubicBezTo>
                      <a:pt x="342062" y="73315"/>
                      <a:pt x="361393" y="77438"/>
                      <a:pt x="381000" y="78200"/>
                    </a:cubicBezTo>
                    <a:cubicBezTo>
                      <a:pt x="400602" y="77465"/>
                      <a:pt x="419932" y="73373"/>
                      <a:pt x="438150" y="66104"/>
                    </a:cubicBezTo>
                    <a:cubicBezTo>
                      <a:pt x="450279" y="61054"/>
                      <a:pt x="463146" y="57999"/>
                      <a:pt x="476250" y="57055"/>
                    </a:cubicBezTo>
                    <a:cubicBezTo>
                      <a:pt x="489355" y="57999"/>
                      <a:pt x="502221" y="61054"/>
                      <a:pt x="514350" y="66104"/>
                    </a:cubicBezTo>
                    <a:cubicBezTo>
                      <a:pt x="532569" y="73373"/>
                      <a:pt x="551899" y="77465"/>
                      <a:pt x="571500" y="78200"/>
                    </a:cubicBezTo>
                    <a:cubicBezTo>
                      <a:pt x="591102" y="77465"/>
                      <a:pt x="610432" y="73373"/>
                      <a:pt x="628650" y="66104"/>
                    </a:cubicBezTo>
                    <a:cubicBezTo>
                      <a:pt x="640779" y="61054"/>
                      <a:pt x="653646" y="57999"/>
                      <a:pt x="666750" y="57055"/>
                    </a:cubicBezTo>
                    <a:cubicBezTo>
                      <a:pt x="679850" y="57968"/>
                      <a:pt x="692715" y="60991"/>
                      <a:pt x="704850" y="66008"/>
                    </a:cubicBezTo>
                    <a:cubicBezTo>
                      <a:pt x="723062" y="73315"/>
                      <a:pt x="742393" y="77438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37"/>
                      <a:pt x="736035" y="17114"/>
                      <a:pt x="723900" y="12097"/>
                    </a:cubicBezTo>
                    <a:close/>
                  </a:path>
                </a:pathLst>
              </a:custGeom>
              <a:grpFill/>
              <a:ln w="6350" cap="flat">
                <a:solidFill>
                  <a:srgbClr val="FFC000">
                    <a:alpha val="99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Isosceles Triangle 118">
                <a:extLst>
                  <a:ext uri="{FF2B5EF4-FFF2-40B4-BE49-F238E27FC236}">
                    <a16:creationId xmlns:a16="http://schemas.microsoft.com/office/drawing/2014/main" id="{DEF7213F-A5C4-0C34-9CFC-D42A158788D8}"/>
                  </a:ext>
                </a:extLst>
              </p:cNvPr>
              <p:cNvSpPr/>
              <p:nvPr/>
            </p:nvSpPr>
            <p:spPr>
              <a:xfrm>
                <a:off x="7339536" y="2217089"/>
                <a:ext cx="156952" cy="74766"/>
              </a:xfrm>
              <a:prstGeom prst="triangle">
                <a:avLst/>
              </a:prstGeom>
              <a:grpFill/>
              <a:ln w="12700">
                <a:solidFill>
                  <a:srgbClr val="FFC000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 dirty="0"/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E7E2B1E8-DE96-69C8-0583-980FAEA283DB}"/>
                </a:ext>
              </a:extLst>
            </p:cNvPr>
            <p:cNvGrpSpPr/>
            <p:nvPr/>
          </p:nvGrpSpPr>
          <p:grpSpPr>
            <a:xfrm rot="10800000">
              <a:off x="5729385" y="3536479"/>
              <a:ext cx="89829" cy="870680"/>
              <a:chOff x="7370155" y="2217089"/>
              <a:chExt cx="86730" cy="840639"/>
            </a:xfrm>
            <a:solidFill>
              <a:srgbClr val="FFC000"/>
            </a:solidFill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1DEB93A-FF28-91D9-5203-7C4E7D758152}"/>
                  </a:ext>
                </a:extLst>
              </p:cNvPr>
              <p:cNvSpPr/>
              <p:nvPr/>
            </p:nvSpPr>
            <p:spPr>
              <a:xfrm rot="5400000">
                <a:off x="7037284" y="2652091"/>
                <a:ext cx="762000" cy="49274"/>
              </a:xfrm>
              <a:custGeom>
                <a:avLst/>
                <a:gdLst>
                  <a:gd name="connsiteX0" fmla="*/ 723900 w 762000"/>
                  <a:gd name="connsiteY0" fmla="*/ 12097 h 78200"/>
                  <a:gd name="connsiteX1" fmla="*/ 666750 w 762000"/>
                  <a:gd name="connsiteY1" fmla="*/ 0 h 78200"/>
                  <a:gd name="connsiteX2" fmla="*/ 609600 w 762000"/>
                  <a:gd name="connsiteY2" fmla="*/ 12097 h 78200"/>
                  <a:gd name="connsiteX3" fmla="*/ 571500 w 762000"/>
                  <a:gd name="connsiteY3" fmla="*/ 21050 h 78200"/>
                  <a:gd name="connsiteX4" fmla="*/ 571500 w 762000"/>
                  <a:gd name="connsiteY4" fmla="*/ 21050 h 78200"/>
                  <a:gd name="connsiteX5" fmla="*/ 533400 w 762000"/>
                  <a:gd name="connsiteY5" fmla="*/ 12097 h 78200"/>
                  <a:gd name="connsiteX6" fmla="*/ 476250 w 762000"/>
                  <a:gd name="connsiteY6" fmla="*/ 0 h 78200"/>
                  <a:gd name="connsiteX7" fmla="*/ 419100 w 762000"/>
                  <a:gd name="connsiteY7" fmla="*/ 12097 h 78200"/>
                  <a:gd name="connsiteX8" fmla="*/ 381000 w 762000"/>
                  <a:gd name="connsiteY8" fmla="*/ 21050 h 78200"/>
                  <a:gd name="connsiteX9" fmla="*/ 342900 w 762000"/>
                  <a:gd name="connsiteY9" fmla="*/ 12097 h 78200"/>
                  <a:gd name="connsiteX10" fmla="*/ 285750 w 762000"/>
                  <a:gd name="connsiteY10" fmla="*/ 0 h 78200"/>
                  <a:gd name="connsiteX11" fmla="*/ 228600 w 762000"/>
                  <a:gd name="connsiteY11" fmla="*/ 12097 h 78200"/>
                  <a:gd name="connsiteX12" fmla="*/ 190500 w 762000"/>
                  <a:gd name="connsiteY12" fmla="*/ 21050 h 78200"/>
                  <a:gd name="connsiteX13" fmla="*/ 152400 w 762000"/>
                  <a:gd name="connsiteY13" fmla="*/ 12097 h 78200"/>
                  <a:gd name="connsiteX14" fmla="*/ 95250 w 762000"/>
                  <a:gd name="connsiteY14" fmla="*/ 0 h 78200"/>
                  <a:gd name="connsiteX15" fmla="*/ 38100 w 762000"/>
                  <a:gd name="connsiteY15" fmla="*/ 12097 h 78200"/>
                  <a:gd name="connsiteX16" fmla="*/ 0 w 762000"/>
                  <a:gd name="connsiteY16" fmla="*/ 21050 h 78200"/>
                  <a:gd name="connsiteX17" fmla="*/ 0 w 762000"/>
                  <a:gd name="connsiteY17" fmla="*/ 78200 h 78200"/>
                  <a:gd name="connsiteX18" fmla="*/ 57150 w 762000"/>
                  <a:gd name="connsiteY18" fmla="*/ 66104 h 78200"/>
                  <a:gd name="connsiteX19" fmla="*/ 95250 w 762000"/>
                  <a:gd name="connsiteY19" fmla="*/ 57055 h 78200"/>
                  <a:gd name="connsiteX20" fmla="*/ 133350 w 762000"/>
                  <a:gd name="connsiteY20" fmla="*/ 66104 h 78200"/>
                  <a:gd name="connsiteX21" fmla="*/ 190500 w 762000"/>
                  <a:gd name="connsiteY21" fmla="*/ 78200 h 78200"/>
                  <a:gd name="connsiteX22" fmla="*/ 247650 w 762000"/>
                  <a:gd name="connsiteY22" fmla="*/ 66104 h 78200"/>
                  <a:gd name="connsiteX23" fmla="*/ 285750 w 762000"/>
                  <a:gd name="connsiteY23" fmla="*/ 57055 h 78200"/>
                  <a:gd name="connsiteX24" fmla="*/ 323850 w 762000"/>
                  <a:gd name="connsiteY24" fmla="*/ 66008 h 78200"/>
                  <a:gd name="connsiteX25" fmla="*/ 381000 w 762000"/>
                  <a:gd name="connsiteY25" fmla="*/ 78200 h 78200"/>
                  <a:gd name="connsiteX26" fmla="*/ 438150 w 762000"/>
                  <a:gd name="connsiteY26" fmla="*/ 66104 h 78200"/>
                  <a:gd name="connsiteX27" fmla="*/ 476250 w 762000"/>
                  <a:gd name="connsiteY27" fmla="*/ 57055 h 78200"/>
                  <a:gd name="connsiteX28" fmla="*/ 514350 w 762000"/>
                  <a:gd name="connsiteY28" fmla="*/ 66104 h 78200"/>
                  <a:gd name="connsiteX29" fmla="*/ 571500 w 762000"/>
                  <a:gd name="connsiteY29" fmla="*/ 78200 h 78200"/>
                  <a:gd name="connsiteX30" fmla="*/ 628650 w 762000"/>
                  <a:gd name="connsiteY30" fmla="*/ 66104 h 78200"/>
                  <a:gd name="connsiteX31" fmla="*/ 666750 w 762000"/>
                  <a:gd name="connsiteY31" fmla="*/ 57055 h 78200"/>
                  <a:gd name="connsiteX32" fmla="*/ 704850 w 762000"/>
                  <a:gd name="connsiteY32" fmla="*/ 66008 h 78200"/>
                  <a:gd name="connsiteX33" fmla="*/ 762000 w 762000"/>
                  <a:gd name="connsiteY33" fmla="*/ 78200 h 78200"/>
                  <a:gd name="connsiteX34" fmla="*/ 762000 w 762000"/>
                  <a:gd name="connsiteY34" fmla="*/ 21050 h 78200"/>
                  <a:gd name="connsiteX35" fmla="*/ 723900 w 762000"/>
                  <a:gd name="connsiteY35" fmla="*/ 12097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82" y="4827"/>
                      <a:pt x="686352" y="735"/>
                      <a:pt x="666750" y="0"/>
                    </a:cubicBezTo>
                    <a:cubicBezTo>
                      <a:pt x="647149" y="735"/>
                      <a:pt x="627818" y="4827"/>
                      <a:pt x="609600" y="12097"/>
                    </a:cubicBezTo>
                    <a:cubicBezTo>
                      <a:pt x="597465" y="17114"/>
                      <a:pt x="584600" y="20137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3"/>
                      <a:pt x="545533" y="17118"/>
                      <a:pt x="533400" y="12097"/>
                    </a:cubicBezTo>
                    <a:cubicBezTo>
                      <a:pt x="515182" y="4827"/>
                      <a:pt x="495852" y="735"/>
                      <a:pt x="476250" y="0"/>
                    </a:cubicBezTo>
                    <a:cubicBezTo>
                      <a:pt x="456649" y="735"/>
                      <a:pt x="437318" y="4827"/>
                      <a:pt x="419100" y="12097"/>
                    </a:cubicBezTo>
                    <a:cubicBezTo>
                      <a:pt x="406965" y="17114"/>
                      <a:pt x="394100" y="20137"/>
                      <a:pt x="381000" y="21050"/>
                    </a:cubicBezTo>
                    <a:cubicBezTo>
                      <a:pt x="367900" y="20137"/>
                      <a:pt x="355035" y="17114"/>
                      <a:pt x="342900" y="12097"/>
                    </a:cubicBezTo>
                    <a:cubicBezTo>
                      <a:pt x="324682" y="4827"/>
                      <a:pt x="305352" y="735"/>
                      <a:pt x="285750" y="0"/>
                    </a:cubicBezTo>
                    <a:cubicBezTo>
                      <a:pt x="266149" y="735"/>
                      <a:pt x="246818" y="4827"/>
                      <a:pt x="228600" y="12097"/>
                    </a:cubicBezTo>
                    <a:cubicBezTo>
                      <a:pt x="216465" y="17114"/>
                      <a:pt x="203600" y="20137"/>
                      <a:pt x="190500" y="21050"/>
                    </a:cubicBezTo>
                    <a:cubicBezTo>
                      <a:pt x="177400" y="20137"/>
                      <a:pt x="164535" y="17114"/>
                      <a:pt x="152400" y="12097"/>
                    </a:cubicBezTo>
                    <a:cubicBezTo>
                      <a:pt x="134182" y="4827"/>
                      <a:pt x="114851" y="735"/>
                      <a:pt x="95250" y="0"/>
                    </a:cubicBezTo>
                    <a:cubicBezTo>
                      <a:pt x="75649" y="745"/>
                      <a:pt x="56321" y="4836"/>
                      <a:pt x="38100" y="12097"/>
                    </a:cubicBezTo>
                    <a:cubicBezTo>
                      <a:pt x="25962" y="17105"/>
                      <a:pt x="13098" y="20128"/>
                      <a:pt x="0" y="21050"/>
                    </a:cubicBezTo>
                    <a:lnTo>
                      <a:pt x="0" y="78200"/>
                    </a:lnTo>
                    <a:cubicBezTo>
                      <a:pt x="19601" y="77460"/>
                      <a:pt x="38931" y="73368"/>
                      <a:pt x="57150" y="66104"/>
                    </a:cubicBezTo>
                    <a:cubicBezTo>
                      <a:pt x="69283" y="61064"/>
                      <a:pt x="82146" y="58008"/>
                      <a:pt x="95250" y="57055"/>
                    </a:cubicBezTo>
                    <a:cubicBezTo>
                      <a:pt x="108354" y="57999"/>
                      <a:pt x="121221" y="61054"/>
                      <a:pt x="133350" y="66104"/>
                    </a:cubicBezTo>
                    <a:cubicBezTo>
                      <a:pt x="151568" y="73373"/>
                      <a:pt x="170899" y="77465"/>
                      <a:pt x="190500" y="78200"/>
                    </a:cubicBezTo>
                    <a:cubicBezTo>
                      <a:pt x="210102" y="77465"/>
                      <a:pt x="229432" y="73373"/>
                      <a:pt x="247650" y="66104"/>
                    </a:cubicBezTo>
                    <a:cubicBezTo>
                      <a:pt x="259779" y="61054"/>
                      <a:pt x="272646" y="57999"/>
                      <a:pt x="285750" y="57055"/>
                    </a:cubicBezTo>
                    <a:cubicBezTo>
                      <a:pt x="298850" y="57968"/>
                      <a:pt x="311715" y="60991"/>
                      <a:pt x="323850" y="66008"/>
                    </a:cubicBezTo>
                    <a:cubicBezTo>
                      <a:pt x="342062" y="73315"/>
                      <a:pt x="361393" y="77438"/>
                      <a:pt x="381000" y="78200"/>
                    </a:cubicBezTo>
                    <a:cubicBezTo>
                      <a:pt x="400602" y="77465"/>
                      <a:pt x="419932" y="73373"/>
                      <a:pt x="438150" y="66104"/>
                    </a:cubicBezTo>
                    <a:cubicBezTo>
                      <a:pt x="450279" y="61054"/>
                      <a:pt x="463146" y="57999"/>
                      <a:pt x="476250" y="57055"/>
                    </a:cubicBezTo>
                    <a:cubicBezTo>
                      <a:pt x="489355" y="57999"/>
                      <a:pt x="502221" y="61054"/>
                      <a:pt x="514350" y="66104"/>
                    </a:cubicBezTo>
                    <a:cubicBezTo>
                      <a:pt x="532569" y="73373"/>
                      <a:pt x="551899" y="77465"/>
                      <a:pt x="571500" y="78200"/>
                    </a:cubicBezTo>
                    <a:cubicBezTo>
                      <a:pt x="591102" y="77465"/>
                      <a:pt x="610432" y="73373"/>
                      <a:pt x="628650" y="66104"/>
                    </a:cubicBezTo>
                    <a:cubicBezTo>
                      <a:pt x="640779" y="61054"/>
                      <a:pt x="653646" y="57999"/>
                      <a:pt x="666750" y="57055"/>
                    </a:cubicBezTo>
                    <a:cubicBezTo>
                      <a:pt x="679850" y="57968"/>
                      <a:pt x="692715" y="60991"/>
                      <a:pt x="704850" y="66008"/>
                    </a:cubicBezTo>
                    <a:cubicBezTo>
                      <a:pt x="723062" y="73315"/>
                      <a:pt x="742393" y="77438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37"/>
                      <a:pt x="736035" y="17114"/>
                      <a:pt x="723900" y="12097"/>
                    </a:cubicBezTo>
                    <a:close/>
                  </a:path>
                </a:pathLst>
              </a:custGeom>
              <a:grpFill/>
              <a:ln w="6350" cap="flat">
                <a:solidFill>
                  <a:srgbClr val="FFC000">
                    <a:alpha val="99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Isosceles Triangle 123">
                <a:extLst>
                  <a:ext uri="{FF2B5EF4-FFF2-40B4-BE49-F238E27FC236}">
                    <a16:creationId xmlns:a16="http://schemas.microsoft.com/office/drawing/2014/main" id="{9AB84663-40B0-EFE4-CCA6-EDE4B964DE9C}"/>
                  </a:ext>
                </a:extLst>
              </p:cNvPr>
              <p:cNvSpPr/>
              <p:nvPr/>
            </p:nvSpPr>
            <p:spPr>
              <a:xfrm>
                <a:off x="7370155" y="2217089"/>
                <a:ext cx="86730" cy="74766"/>
              </a:xfrm>
              <a:prstGeom prst="triangle">
                <a:avLst/>
              </a:prstGeom>
              <a:grpFill/>
              <a:ln w="12700">
                <a:solidFill>
                  <a:srgbClr val="FFC000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 dirty="0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73E3FA70-C872-7050-CB06-CA6847F0EB59}"/>
                </a:ext>
              </a:extLst>
            </p:cNvPr>
            <p:cNvGrpSpPr/>
            <p:nvPr/>
          </p:nvGrpSpPr>
          <p:grpSpPr>
            <a:xfrm rot="900000">
              <a:off x="5896157" y="2227779"/>
              <a:ext cx="71630" cy="549774"/>
              <a:chOff x="7422146" y="2199489"/>
              <a:chExt cx="86730" cy="840640"/>
            </a:xfrm>
            <a:solidFill>
              <a:srgbClr val="FFC000"/>
            </a:solidFill>
          </p:grpSpPr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AFDE3487-513D-DC3D-6C8B-8CF9DEB007B7}"/>
                  </a:ext>
                </a:extLst>
              </p:cNvPr>
              <p:cNvSpPr/>
              <p:nvPr/>
            </p:nvSpPr>
            <p:spPr>
              <a:xfrm rot="5400000">
                <a:off x="7089276" y="2634492"/>
                <a:ext cx="762000" cy="49274"/>
              </a:xfrm>
              <a:custGeom>
                <a:avLst/>
                <a:gdLst>
                  <a:gd name="connsiteX0" fmla="*/ 723900 w 762000"/>
                  <a:gd name="connsiteY0" fmla="*/ 12097 h 78200"/>
                  <a:gd name="connsiteX1" fmla="*/ 666750 w 762000"/>
                  <a:gd name="connsiteY1" fmla="*/ 0 h 78200"/>
                  <a:gd name="connsiteX2" fmla="*/ 609600 w 762000"/>
                  <a:gd name="connsiteY2" fmla="*/ 12097 h 78200"/>
                  <a:gd name="connsiteX3" fmla="*/ 571500 w 762000"/>
                  <a:gd name="connsiteY3" fmla="*/ 21050 h 78200"/>
                  <a:gd name="connsiteX4" fmla="*/ 571500 w 762000"/>
                  <a:gd name="connsiteY4" fmla="*/ 21050 h 78200"/>
                  <a:gd name="connsiteX5" fmla="*/ 533400 w 762000"/>
                  <a:gd name="connsiteY5" fmla="*/ 12097 h 78200"/>
                  <a:gd name="connsiteX6" fmla="*/ 476250 w 762000"/>
                  <a:gd name="connsiteY6" fmla="*/ 0 h 78200"/>
                  <a:gd name="connsiteX7" fmla="*/ 419100 w 762000"/>
                  <a:gd name="connsiteY7" fmla="*/ 12097 h 78200"/>
                  <a:gd name="connsiteX8" fmla="*/ 381000 w 762000"/>
                  <a:gd name="connsiteY8" fmla="*/ 21050 h 78200"/>
                  <a:gd name="connsiteX9" fmla="*/ 342900 w 762000"/>
                  <a:gd name="connsiteY9" fmla="*/ 12097 h 78200"/>
                  <a:gd name="connsiteX10" fmla="*/ 285750 w 762000"/>
                  <a:gd name="connsiteY10" fmla="*/ 0 h 78200"/>
                  <a:gd name="connsiteX11" fmla="*/ 228600 w 762000"/>
                  <a:gd name="connsiteY11" fmla="*/ 12097 h 78200"/>
                  <a:gd name="connsiteX12" fmla="*/ 190500 w 762000"/>
                  <a:gd name="connsiteY12" fmla="*/ 21050 h 78200"/>
                  <a:gd name="connsiteX13" fmla="*/ 152400 w 762000"/>
                  <a:gd name="connsiteY13" fmla="*/ 12097 h 78200"/>
                  <a:gd name="connsiteX14" fmla="*/ 95250 w 762000"/>
                  <a:gd name="connsiteY14" fmla="*/ 0 h 78200"/>
                  <a:gd name="connsiteX15" fmla="*/ 38100 w 762000"/>
                  <a:gd name="connsiteY15" fmla="*/ 12097 h 78200"/>
                  <a:gd name="connsiteX16" fmla="*/ 0 w 762000"/>
                  <a:gd name="connsiteY16" fmla="*/ 21050 h 78200"/>
                  <a:gd name="connsiteX17" fmla="*/ 0 w 762000"/>
                  <a:gd name="connsiteY17" fmla="*/ 78200 h 78200"/>
                  <a:gd name="connsiteX18" fmla="*/ 57150 w 762000"/>
                  <a:gd name="connsiteY18" fmla="*/ 66104 h 78200"/>
                  <a:gd name="connsiteX19" fmla="*/ 95250 w 762000"/>
                  <a:gd name="connsiteY19" fmla="*/ 57055 h 78200"/>
                  <a:gd name="connsiteX20" fmla="*/ 133350 w 762000"/>
                  <a:gd name="connsiteY20" fmla="*/ 66104 h 78200"/>
                  <a:gd name="connsiteX21" fmla="*/ 190500 w 762000"/>
                  <a:gd name="connsiteY21" fmla="*/ 78200 h 78200"/>
                  <a:gd name="connsiteX22" fmla="*/ 247650 w 762000"/>
                  <a:gd name="connsiteY22" fmla="*/ 66104 h 78200"/>
                  <a:gd name="connsiteX23" fmla="*/ 285750 w 762000"/>
                  <a:gd name="connsiteY23" fmla="*/ 57055 h 78200"/>
                  <a:gd name="connsiteX24" fmla="*/ 323850 w 762000"/>
                  <a:gd name="connsiteY24" fmla="*/ 66008 h 78200"/>
                  <a:gd name="connsiteX25" fmla="*/ 381000 w 762000"/>
                  <a:gd name="connsiteY25" fmla="*/ 78200 h 78200"/>
                  <a:gd name="connsiteX26" fmla="*/ 438150 w 762000"/>
                  <a:gd name="connsiteY26" fmla="*/ 66104 h 78200"/>
                  <a:gd name="connsiteX27" fmla="*/ 476250 w 762000"/>
                  <a:gd name="connsiteY27" fmla="*/ 57055 h 78200"/>
                  <a:gd name="connsiteX28" fmla="*/ 514350 w 762000"/>
                  <a:gd name="connsiteY28" fmla="*/ 66104 h 78200"/>
                  <a:gd name="connsiteX29" fmla="*/ 571500 w 762000"/>
                  <a:gd name="connsiteY29" fmla="*/ 78200 h 78200"/>
                  <a:gd name="connsiteX30" fmla="*/ 628650 w 762000"/>
                  <a:gd name="connsiteY30" fmla="*/ 66104 h 78200"/>
                  <a:gd name="connsiteX31" fmla="*/ 666750 w 762000"/>
                  <a:gd name="connsiteY31" fmla="*/ 57055 h 78200"/>
                  <a:gd name="connsiteX32" fmla="*/ 704850 w 762000"/>
                  <a:gd name="connsiteY32" fmla="*/ 66008 h 78200"/>
                  <a:gd name="connsiteX33" fmla="*/ 762000 w 762000"/>
                  <a:gd name="connsiteY33" fmla="*/ 78200 h 78200"/>
                  <a:gd name="connsiteX34" fmla="*/ 762000 w 762000"/>
                  <a:gd name="connsiteY34" fmla="*/ 21050 h 78200"/>
                  <a:gd name="connsiteX35" fmla="*/ 723900 w 762000"/>
                  <a:gd name="connsiteY35" fmla="*/ 12097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82" y="4827"/>
                      <a:pt x="686352" y="735"/>
                      <a:pt x="666750" y="0"/>
                    </a:cubicBezTo>
                    <a:cubicBezTo>
                      <a:pt x="647149" y="735"/>
                      <a:pt x="627818" y="4827"/>
                      <a:pt x="609600" y="12097"/>
                    </a:cubicBezTo>
                    <a:cubicBezTo>
                      <a:pt x="597465" y="17114"/>
                      <a:pt x="584600" y="20137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3"/>
                      <a:pt x="545533" y="17118"/>
                      <a:pt x="533400" y="12097"/>
                    </a:cubicBezTo>
                    <a:cubicBezTo>
                      <a:pt x="515182" y="4827"/>
                      <a:pt x="495852" y="735"/>
                      <a:pt x="476250" y="0"/>
                    </a:cubicBezTo>
                    <a:cubicBezTo>
                      <a:pt x="456649" y="735"/>
                      <a:pt x="437318" y="4827"/>
                      <a:pt x="419100" y="12097"/>
                    </a:cubicBezTo>
                    <a:cubicBezTo>
                      <a:pt x="406965" y="17114"/>
                      <a:pt x="394100" y="20137"/>
                      <a:pt x="381000" y="21050"/>
                    </a:cubicBezTo>
                    <a:cubicBezTo>
                      <a:pt x="367900" y="20137"/>
                      <a:pt x="355035" y="17114"/>
                      <a:pt x="342900" y="12097"/>
                    </a:cubicBezTo>
                    <a:cubicBezTo>
                      <a:pt x="324682" y="4827"/>
                      <a:pt x="305352" y="735"/>
                      <a:pt x="285750" y="0"/>
                    </a:cubicBezTo>
                    <a:cubicBezTo>
                      <a:pt x="266149" y="735"/>
                      <a:pt x="246818" y="4827"/>
                      <a:pt x="228600" y="12097"/>
                    </a:cubicBezTo>
                    <a:cubicBezTo>
                      <a:pt x="216465" y="17114"/>
                      <a:pt x="203600" y="20137"/>
                      <a:pt x="190500" y="21050"/>
                    </a:cubicBezTo>
                    <a:cubicBezTo>
                      <a:pt x="177400" y="20137"/>
                      <a:pt x="164535" y="17114"/>
                      <a:pt x="152400" y="12097"/>
                    </a:cubicBezTo>
                    <a:cubicBezTo>
                      <a:pt x="134182" y="4827"/>
                      <a:pt x="114851" y="735"/>
                      <a:pt x="95250" y="0"/>
                    </a:cubicBezTo>
                    <a:cubicBezTo>
                      <a:pt x="75649" y="745"/>
                      <a:pt x="56321" y="4836"/>
                      <a:pt x="38100" y="12097"/>
                    </a:cubicBezTo>
                    <a:cubicBezTo>
                      <a:pt x="25962" y="17105"/>
                      <a:pt x="13098" y="20128"/>
                      <a:pt x="0" y="21050"/>
                    </a:cubicBezTo>
                    <a:lnTo>
                      <a:pt x="0" y="78200"/>
                    </a:lnTo>
                    <a:cubicBezTo>
                      <a:pt x="19601" y="77460"/>
                      <a:pt x="38931" y="73368"/>
                      <a:pt x="57150" y="66104"/>
                    </a:cubicBezTo>
                    <a:cubicBezTo>
                      <a:pt x="69283" y="61064"/>
                      <a:pt x="82146" y="58008"/>
                      <a:pt x="95250" y="57055"/>
                    </a:cubicBezTo>
                    <a:cubicBezTo>
                      <a:pt x="108354" y="57999"/>
                      <a:pt x="121221" y="61054"/>
                      <a:pt x="133350" y="66104"/>
                    </a:cubicBezTo>
                    <a:cubicBezTo>
                      <a:pt x="151568" y="73373"/>
                      <a:pt x="170899" y="77465"/>
                      <a:pt x="190500" y="78200"/>
                    </a:cubicBezTo>
                    <a:cubicBezTo>
                      <a:pt x="210102" y="77465"/>
                      <a:pt x="229432" y="73373"/>
                      <a:pt x="247650" y="66104"/>
                    </a:cubicBezTo>
                    <a:cubicBezTo>
                      <a:pt x="259779" y="61054"/>
                      <a:pt x="272646" y="57999"/>
                      <a:pt x="285750" y="57055"/>
                    </a:cubicBezTo>
                    <a:cubicBezTo>
                      <a:pt x="298850" y="57968"/>
                      <a:pt x="311715" y="60991"/>
                      <a:pt x="323850" y="66008"/>
                    </a:cubicBezTo>
                    <a:cubicBezTo>
                      <a:pt x="342062" y="73315"/>
                      <a:pt x="361393" y="77438"/>
                      <a:pt x="381000" y="78200"/>
                    </a:cubicBezTo>
                    <a:cubicBezTo>
                      <a:pt x="400602" y="77465"/>
                      <a:pt x="419932" y="73373"/>
                      <a:pt x="438150" y="66104"/>
                    </a:cubicBezTo>
                    <a:cubicBezTo>
                      <a:pt x="450279" y="61054"/>
                      <a:pt x="463146" y="57999"/>
                      <a:pt x="476250" y="57055"/>
                    </a:cubicBezTo>
                    <a:cubicBezTo>
                      <a:pt x="489355" y="57999"/>
                      <a:pt x="502221" y="61054"/>
                      <a:pt x="514350" y="66104"/>
                    </a:cubicBezTo>
                    <a:cubicBezTo>
                      <a:pt x="532569" y="73373"/>
                      <a:pt x="551899" y="77465"/>
                      <a:pt x="571500" y="78200"/>
                    </a:cubicBezTo>
                    <a:cubicBezTo>
                      <a:pt x="591102" y="77465"/>
                      <a:pt x="610432" y="73373"/>
                      <a:pt x="628650" y="66104"/>
                    </a:cubicBezTo>
                    <a:cubicBezTo>
                      <a:pt x="640779" y="61054"/>
                      <a:pt x="653646" y="57999"/>
                      <a:pt x="666750" y="57055"/>
                    </a:cubicBezTo>
                    <a:cubicBezTo>
                      <a:pt x="679850" y="57968"/>
                      <a:pt x="692715" y="60991"/>
                      <a:pt x="704850" y="66008"/>
                    </a:cubicBezTo>
                    <a:cubicBezTo>
                      <a:pt x="723062" y="73315"/>
                      <a:pt x="742393" y="77438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37"/>
                      <a:pt x="736035" y="17114"/>
                      <a:pt x="723900" y="12097"/>
                    </a:cubicBezTo>
                    <a:close/>
                  </a:path>
                </a:pathLst>
              </a:custGeom>
              <a:grpFill/>
              <a:ln w="6350" cap="flat">
                <a:solidFill>
                  <a:srgbClr val="FFC000">
                    <a:alpha val="99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Isosceles Triangle 126">
                <a:extLst>
                  <a:ext uri="{FF2B5EF4-FFF2-40B4-BE49-F238E27FC236}">
                    <a16:creationId xmlns:a16="http://schemas.microsoft.com/office/drawing/2014/main" id="{1935109B-8EAD-7099-D7AD-CE2CDC598E25}"/>
                  </a:ext>
                </a:extLst>
              </p:cNvPr>
              <p:cNvSpPr/>
              <p:nvPr/>
            </p:nvSpPr>
            <p:spPr>
              <a:xfrm>
                <a:off x="7422146" y="2199489"/>
                <a:ext cx="86730" cy="74765"/>
              </a:xfrm>
              <a:prstGeom prst="triangle">
                <a:avLst/>
              </a:prstGeom>
              <a:grpFill/>
              <a:ln w="12700">
                <a:solidFill>
                  <a:srgbClr val="FFC000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 dirty="0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B2ED2F8B-089D-759B-A98E-F7C09FBB1258}"/>
                </a:ext>
              </a:extLst>
            </p:cNvPr>
            <p:cNvGrpSpPr/>
            <p:nvPr/>
          </p:nvGrpSpPr>
          <p:grpSpPr>
            <a:xfrm rot="900000">
              <a:off x="5903604" y="3843324"/>
              <a:ext cx="71630" cy="549772"/>
              <a:chOff x="7370155" y="2217089"/>
              <a:chExt cx="86730" cy="840639"/>
            </a:xfrm>
            <a:solidFill>
              <a:srgbClr val="FFC000"/>
            </a:solidFill>
          </p:grpSpPr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143EB818-751B-D064-93A3-677986E523A2}"/>
                  </a:ext>
                </a:extLst>
              </p:cNvPr>
              <p:cNvSpPr/>
              <p:nvPr/>
            </p:nvSpPr>
            <p:spPr>
              <a:xfrm rot="5400000">
                <a:off x="7037284" y="2652091"/>
                <a:ext cx="762000" cy="49274"/>
              </a:xfrm>
              <a:custGeom>
                <a:avLst/>
                <a:gdLst>
                  <a:gd name="connsiteX0" fmla="*/ 723900 w 762000"/>
                  <a:gd name="connsiteY0" fmla="*/ 12097 h 78200"/>
                  <a:gd name="connsiteX1" fmla="*/ 666750 w 762000"/>
                  <a:gd name="connsiteY1" fmla="*/ 0 h 78200"/>
                  <a:gd name="connsiteX2" fmla="*/ 609600 w 762000"/>
                  <a:gd name="connsiteY2" fmla="*/ 12097 h 78200"/>
                  <a:gd name="connsiteX3" fmla="*/ 571500 w 762000"/>
                  <a:gd name="connsiteY3" fmla="*/ 21050 h 78200"/>
                  <a:gd name="connsiteX4" fmla="*/ 571500 w 762000"/>
                  <a:gd name="connsiteY4" fmla="*/ 21050 h 78200"/>
                  <a:gd name="connsiteX5" fmla="*/ 533400 w 762000"/>
                  <a:gd name="connsiteY5" fmla="*/ 12097 h 78200"/>
                  <a:gd name="connsiteX6" fmla="*/ 476250 w 762000"/>
                  <a:gd name="connsiteY6" fmla="*/ 0 h 78200"/>
                  <a:gd name="connsiteX7" fmla="*/ 419100 w 762000"/>
                  <a:gd name="connsiteY7" fmla="*/ 12097 h 78200"/>
                  <a:gd name="connsiteX8" fmla="*/ 381000 w 762000"/>
                  <a:gd name="connsiteY8" fmla="*/ 21050 h 78200"/>
                  <a:gd name="connsiteX9" fmla="*/ 342900 w 762000"/>
                  <a:gd name="connsiteY9" fmla="*/ 12097 h 78200"/>
                  <a:gd name="connsiteX10" fmla="*/ 285750 w 762000"/>
                  <a:gd name="connsiteY10" fmla="*/ 0 h 78200"/>
                  <a:gd name="connsiteX11" fmla="*/ 228600 w 762000"/>
                  <a:gd name="connsiteY11" fmla="*/ 12097 h 78200"/>
                  <a:gd name="connsiteX12" fmla="*/ 190500 w 762000"/>
                  <a:gd name="connsiteY12" fmla="*/ 21050 h 78200"/>
                  <a:gd name="connsiteX13" fmla="*/ 152400 w 762000"/>
                  <a:gd name="connsiteY13" fmla="*/ 12097 h 78200"/>
                  <a:gd name="connsiteX14" fmla="*/ 95250 w 762000"/>
                  <a:gd name="connsiteY14" fmla="*/ 0 h 78200"/>
                  <a:gd name="connsiteX15" fmla="*/ 38100 w 762000"/>
                  <a:gd name="connsiteY15" fmla="*/ 12097 h 78200"/>
                  <a:gd name="connsiteX16" fmla="*/ 0 w 762000"/>
                  <a:gd name="connsiteY16" fmla="*/ 21050 h 78200"/>
                  <a:gd name="connsiteX17" fmla="*/ 0 w 762000"/>
                  <a:gd name="connsiteY17" fmla="*/ 78200 h 78200"/>
                  <a:gd name="connsiteX18" fmla="*/ 57150 w 762000"/>
                  <a:gd name="connsiteY18" fmla="*/ 66104 h 78200"/>
                  <a:gd name="connsiteX19" fmla="*/ 95250 w 762000"/>
                  <a:gd name="connsiteY19" fmla="*/ 57055 h 78200"/>
                  <a:gd name="connsiteX20" fmla="*/ 133350 w 762000"/>
                  <a:gd name="connsiteY20" fmla="*/ 66104 h 78200"/>
                  <a:gd name="connsiteX21" fmla="*/ 190500 w 762000"/>
                  <a:gd name="connsiteY21" fmla="*/ 78200 h 78200"/>
                  <a:gd name="connsiteX22" fmla="*/ 247650 w 762000"/>
                  <a:gd name="connsiteY22" fmla="*/ 66104 h 78200"/>
                  <a:gd name="connsiteX23" fmla="*/ 285750 w 762000"/>
                  <a:gd name="connsiteY23" fmla="*/ 57055 h 78200"/>
                  <a:gd name="connsiteX24" fmla="*/ 323850 w 762000"/>
                  <a:gd name="connsiteY24" fmla="*/ 66008 h 78200"/>
                  <a:gd name="connsiteX25" fmla="*/ 381000 w 762000"/>
                  <a:gd name="connsiteY25" fmla="*/ 78200 h 78200"/>
                  <a:gd name="connsiteX26" fmla="*/ 438150 w 762000"/>
                  <a:gd name="connsiteY26" fmla="*/ 66104 h 78200"/>
                  <a:gd name="connsiteX27" fmla="*/ 476250 w 762000"/>
                  <a:gd name="connsiteY27" fmla="*/ 57055 h 78200"/>
                  <a:gd name="connsiteX28" fmla="*/ 514350 w 762000"/>
                  <a:gd name="connsiteY28" fmla="*/ 66104 h 78200"/>
                  <a:gd name="connsiteX29" fmla="*/ 571500 w 762000"/>
                  <a:gd name="connsiteY29" fmla="*/ 78200 h 78200"/>
                  <a:gd name="connsiteX30" fmla="*/ 628650 w 762000"/>
                  <a:gd name="connsiteY30" fmla="*/ 66104 h 78200"/>
                  <a:gd name="connsiteX31" fmla="*/ 666750 w 762000"/>
                  <a:gd name="connsiteY31" fmla="*/ 57055 h 78200"/>
                  <a:gd name="connsiteX32" fmla="*/ 704850 w 762000"/>
                  <a:gd name="connsiteY32" fmla="*/ 66008 h 78200"/>
                  <a:gd name="connsiteX33" fmla="*/ 762000 w 762000"/>
                  <a:gd name="connsiteY33" fmla="*/ 78200 h 78200"/>
                  <a:gd name="connsiteX34" fmla="*/ 762000 w 762000"/>
                  <a:gd name="connsiteY34" fmla="*/ 21050 h 78200"/>
                  <a:gd name="connsiteX35" fmla="*/ 723900 w 762000"/>
                  <a:gd name="connsiteY35" fmla="*/ 12097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82" y="4827"/>
                      <a:pt x="686352" y="735"/>
                      <a:pt x="666750" y="0"/>
                    </a:cubicBezTo>
                    <a:cubicBezTo>
                      <a:pt x="647149" y="735"/>
                      <a:pt x="627818" y="4827"/>
                      <a:pt x="609600" y="12097"/>
                    </a:cubicBezTo>
                    <a:cubicBezTo>
                      <a:pt x="597465" y="17114"/>
                      <a:pt x="584600" y="20137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3"/>
                      <a:pt x="545533" y="17118"/>
                      <a:pt x="533400" y="12097"/>
                    </a:cubicBezTo>
                    <a:cubicBezTo>
                      <a:pt x="515182" y="4827"/>
                      <a:pt x="495852" y="735"/>
                      <a:pt x="476250" y="0"/>
                    </a:cubicBezTo>
                    <a:cubicBezTo>
                      <a:pt x="456649" y="735"/>
                      <a:pt x="437318" y="4827"/>
                      <a:pt x="419100" y="12097"/>
                    </a:cubicBezTo>
                    <a:cubicBezTo>
                      <a:pt x="406965" y="17114"/>
                      <a:pt x="394100" y="20137"/>
                      <a:pt x="381000" y="21050"/>
                    </a:cubicBezTo>
                    <a:cubicBezTo>
                      <a:pt x="367900" y="20137"/>
                      <a:pt x="355035" y="17114"/>
                      <a:pt x="342900" y="12097"/>
                    </a:cubicBezTo>
                    <a:cubicBezTo>
                      <a:pt x="324682" y="4827"/>
                      <a:pt x="305352" y="735"/>
                      <a:pt x="285750" y="0"/>
                    </a:cubicBezTo>
                    <a:cubicBezTo>
                      <a:pt x="266149" y="735"/>
                      <a:pt x="246818" y="4827"/>
                      <a:pt x="228600" y="12097"/>
                    </a:cubicBezTo>
                    <a:cubicBezTo>
                      <a:pt x="216465" y="17114"/>
                      <a:pt x="203600" y="20137"/>
                      <a:pt x="190500" y="21050"/>
                    </a:cubicBezTo>
                    <a:cubicBezTo>
                      <a:pt x="177400" y="20137"/>
                      <a:pt x="164535" y="17114"/>
                      <a:pt x="152400" y="12097"/>
                    </a:cubicBezTo>
                    <a:cubicBezTo>
                      <a:pt x="134182" y="4827"/>
                      <a:pt x="114851" y="735"/>
                      <a:pt x="95250" y="0"/>
                    </a:cubicBezTo>
                    <a:cubicBezTo>
                      <a:pt x="75649" y="745"/>
                      <a:pt x="56321" y="4836"/>
                      <a:pt x="38100" y="12097"/>
                    </a:cubicBezTo>
                    <a:cubicBezTo>
                      <a:pt x="25962" y="17105"/>
                      <a:pt x="13098" y="20128"/>
                      <a:pt x="0" y="21050"/>
                    </a:cubicBezTo>
                    <a:lnTo>
                      <a:pt x="0" y="78200"/>
                    </a:lnTo>
                    <a:cubicBezTo>
                      <a:pt x="19601" y="77460"/>
                      <a:pt x="38931" y="73368"/>
                      <a:pt x="57150" y="66104"/>
                    </a:cubicBezTo>
                    <a:cubicBezTo>
                      <a:pt x="69283" y="61064"/>
                      <a:pt x="82146" y="58008"/>
                      <a:pt x="95250" y="57055"/>
                    </a:cubicBezTo>
                    <a:cubicBezTo>
                      <a:pt x="108354" y="57999"/>
                      <a:pt x="121221" y="61054"/>
                      <a:pt x="133350" y="66104"/>
                    </a:cubicBezTo>
                    <a:cubicBezTo>
                      <a:pt x="151568" y="73373"/>
                      <a:pt x="170899" y="77465"/>
                      <a:pt x="190500" y="78200"/>
                    </a:cubicBezTo>
                    <a:cubicBezTo>
                      <a:pt x="210102" y="77465"/>
                      <a:pt x="229432" y="73373"/>
                      <a:pt x="247650" y="66104"/>
                    </a:cubicBezTo>
                    <a:cubicBezTo>
                      <a:pt x="259779" y="61054"/>
                      <a:pt x="272646" y="57999"/>
                      <a:pt x="285750" y="57055"/>
                    </a:cubicBezTo>
                    <a:cubicBezTo>
                      <a:pt x="298850" y="57968"/>
                      <a:pt x="311715" y="60991"/>
                      <a:pt x="323850" y="66008"/>
                    </a:cubicBezTo>
                    <a:cubicBezTo>
                      <a:pt x="342062" y="73315"/>
                      <a:pt x="361393" y="77438"/>
                      <a:pt x="381000" y="78200"/>
                    </a:cubicBezTo>
                    <a:cubicBezTo>
                      <a:pt x="400602" y="77465"/>
                      <a:pt x="419932" y="73373"/>
                      <a:pt x="438150" y="66104"/>
                    </a:cubicBezTo>
                    <a:cubicBezTo>
                      <a:pt x="450279" y="61054"/>
                      <a:pt x="463146" y="57999"/>
                      <a:pt x="476250" y="57055"/>
                    </a:cubicBezTo>
                    <a:cubicBezTo>
                      <a:pt x="489355" y="57999"/>
                      <a:pt x="502221" y="61054"/>
                      <a:pt x="514350" y="66104"/>
                    </a:cubicBezTo>
                    <a:cubicBezTo>
                      <a:pt x="532569" y="73373"/>
                      <a:pt x="551899" y="77465"/>
                      <a:pt x="571500" y="78200"/>
                    </a:cubicBezTo>
                    <a:cubicBezTo>
                      <a:pt x="591102" y="77465"/>
                      <a:pt x="610432" y="73373"/>
                      <a:pt x="628650" y="66104"/>
                    </a:cubicBezTo>
                    <a:cubicBezTo>
                      <a:pt x="640779" y="61054"/>
                      <a:pt x="653646" y="57999"/>
                      <a:pt x="666750" y="57055"/>
                    </a:cubicBezTo>
                    <a:cubicBezTo>
                      <a:pt x="679850" y="57968"/>
                      <a:pt x="692715" y="60991"/>
                      <a:pt x="704850" y="66008"/>
                    </a:cubicBezTo>
                    <a:cubicBezTo>
                      <a:pt x="723062" y="73315"/>
                      <a:pt x="742393" y="77438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37"/>
                      <a:pt x="736035" y="17114"/>
                      <a:pt x="723900" y="12097"/>
                    </a:cubicBezTo>
                    <a:close/>
                  </a:path>
                </a:pathLst>
              </a:custGeom>
              <a:grpFill/>
              <a:ln w="6350" cap="flat">
                <a:solidFill>
                  <a:srgbClr val="FFC000">
                    <a:alpha val="99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0" name="Isosceles Triangle 129">
                <a:extLst>
                  <a:ext uri="{FF2B5EF4-FFF2-40B4-BE49-F238E27FC236}">
                    <a16:creationId xmlns:a16="http://schemas.microsoft.com/office/drawing/2014/main" id="{0F8538CF-4F44-595B-B5DB-25A0B302C0EB}"/>
                  </a:ext>
                </a:extLst>
              </p:cNvPr>
              <p:cNvSpPr/>
              <p:nvPr/>
            </p:nvSpPr>
            <p:spPr>
              <a:xfrm>
                <a:off x="7370155" y="2217089"/>
                <a:ext cx="86730" cy="74766"/>
              </a:xfrm>
              <a:prstGeom prst="triangle">
                <a:avLst/>
              </a:prstGeom>
              <a:grpFill/>
              <a:ln w="12700">
                <a:solidFill>
                  <a:srgbClr val="FFC000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19F83B5D-D14C-804E-3539-4C8547936041}"/>
                    </a:ext>
                  </a:extLst>
                </p:cNvPr>
                <p:cNvSpPr txBox="1"/>
                <p:nvPr/>
              </p:nvSpPr>
              <p:spPr>
                <a:xfrm>
                  <a:off x="5634789" y="1851150"/>
                  <a:ext cx="4965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1800" dirty="0">
                    <a:solidFill>
                      <a:srgbClr val="FFC000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19F83B5D-D14C-804E-3539-4C85479360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4789" y="1851150"/>
                  <a:ext cx="496588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C749DB4-7716-E6F7-83BB-8455872592F1}"/>
                    </a:ext>
                  </a:extLst>
                </p:cNvPr>
                <p:cNvSpPr txBox="1"/>
                <p:nvPr/>
              </p:nvSpPr>
              <p:spPr>
                <a:xfrm>
                  <a:off x="5852366" y="2253252"/>
                  <a:ext cx="4965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1800" dirty="0">
                    <a:solidFill>
                      <a:srgbClr val="FFC000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C749DB4-7716-E6F7-83BB-845587259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366" y="2253252"/>
                  <a:ext cx="496588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Sea">
            <a:extLst>
              <a:ext uri="{FF2B5EF4-FFF2-40B4-BE49-F238E27FC236}">
                <a16:creationId xmlns:a16="http://schemas.microsoft.com/office/drawing/2014/main" id="{1AE4FC82-62AF-FA83-60D4-31E4B6BBAD74}"/>
              </a:ext>
            </a:extLst>
          </p:cNvPr>
          <p:cNvGrpSpPr/>
          <p:nvPr/>
        </p:nvGrpSpPr>
        <p:grpSpPr>
          <a:xfrm>
            <a:off x="181314" y="4407159"/>
            <a:ext cx="7440235" cy="427284"/>
            <a:chOff x="181314" y="4477009"/>
            <a:chExt cx="7440235" cy="427284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D9FBD8E-5FC1-A5F7-F55A-23B310A91108}"/>
                </a:ext>
              </a:extLst>
            </p:cNvPr>
            <p:cNvSpPr/>
            <p:nvPr/>
          </p:nvSpPr>
          <p:spPr>
            <a:xfrm>
              <a:off x="181314" y="4477009"/>
              <a:ext cx="7440235" cy="427284"/>
            </a:xfrm>
            <a:custGeom>
              <a:avLst/>
              <a:gdLst>
                <a:gd name="connsiteX0" fmla="*/ 383532 w 6123261"/>
                <a:gd name="connsiteY0" fmla="*/ 0 h 118232"/>
                <a:gd name="connsiteX1" fmla="*/ 613652 w 6123261"/>
                <a:gd name="connsiteY1" fmla="*/ 18290 h 118232"/>
                <a:gd name="connsiteX2" fmla="*/ 767065 w 6123261"/>
                <a:gd name="connsiteY2" fmla="*/ 31826 h 118232"/>
                <a:gd name="connsiteX3" fmla="*/ 920478 w 6123261"/>
                <a:gd name="connsiteY3" fmla="*/ 18290 h 118232"/>
                <a:gd name="connsiteX4" fmla="*/ 1150597 w 6123261"/>
                <a:gd name="connsiteY4" fmla="*/ 0 h 118232"/>
                <a:gd name="connsiteX5" fmla="*/ 1380717 w 6123261"/>
                <a:gd name="connsiteY5" fmla="*/ 18290 h 118232"/>
                <a:gd name="connsiteX6" fmla="*/ 1534130 w 6123261"/>
                <a:gd name="connsiteY6" fmla="*/ 31826 h 118232"/>
                <a:gd name="connsiteX7" fmla="*/ 1687543 w 6123261"/>
                <a:gd name="connsiteY7" fmla="*/ 18290 h 118232"/>
                <a:gd name="connsiteX8" fmla="*/ 1917662 w 6123261"/>
                <a:gd name="connsiteY8" fmla="*/ 0 h 118232"/>
                <a:gd name="connsiteX9" fmla="*/ 2147782 w 6123261"/>
                <a:gd name="connsiteY9" fmla="*/ 18290 h 118232"/>
                <a:gd name="connsiteX10" fmla="*/ 2301195 w 6123261"/>
                <a:gd name="connsiteY10" fmla="*/ 31826 h 118232"/>
                <a:gd name="connsiteX11" fmla="*/ 2454608 w 6123261"/>
                <a:gd name="connsiteY11" fmla="*/ 18290 h 118232"/>
                <a:gd name="connsiteX12" fmla="*/ 2684727 w 6123261"/>
                <a:gd name="connsiteY12" fmla="*/ 0 h 118232"/>
                <a:gd name="connsiteX13" fmla="*/ 2914847 w 6123261"/>
                <a:gd name="connsiteY13" fmla="*/ 18290 h 118232"/>
                <a:gd name="connsiteX14" fmla="*/ 3061631 w 6123261"/>
                <a:gd name="connsiteY14" fmla="*/ 31241 h 118232"/>
                <a:gd name="connsiteX15" fmla="*/ 3208414 w 6123261"/>
                <a:gd name="connsiteY15" fmla="*/ 18290 h 118232"/>
                <a:gd name="connsiteX16" fmla="*/ 3438534 w 6123261"/>
                <a:gd name="connsiteY16" fmla="*/ 0 h 118232"/>
                <a:gd name="connsiteX17" fmla="*/ 3668653 w 6123261"/>
                <a:gd name="connsiteY17" fmla="*/ 18290 h 118232"/>
                <a:gd name="connsiteX18" fmla="*/ 3822066 w 6123261"/>
                <a:gd name="connsiteY18" fmla="*/ 31826 h 118232"/>
                <a:gd name="connsiteX19" fmla="*/ 3975479 w 6123261"/>
                <a:gd name="connsiteY19" fmla="*/ 18290 h 118232"/>
                <a:gd name="connsiteX20" fmla="*/ 4205599 w 6123261"/>
                <a:gd name="connsiteY20" fmla="*/ 0 h 118232"/>
                <a:gd name="connsiteX21" fmla="*/ 4435718 w 6123261"/>
                <a:gd name="connsiteY21" fmla="*/ 18290 h 118232"/>
                <a:gd name="connsiteX22" fmla="*/ 4589131 w 6123261"/>
                <a:gd name="connsiteY22" fmla="*/ 31826 h 118232"/>
                <a:gd name="connsiteX23" fmla="*/ 4742544 w 6123261"/>
                <a:gd name="connsiteY23" fmla="*/ 18290 h 118232"/>
                <a:gd name="connsiteX24" fmla="*/ 4972664 w 6123261"/>
                <a:gd name="connsiteY24" fmla="*/ 0 h 118232"/>
                <a:gd name="connsiteX25" fmla="*/ 5202783 w 6123261"/>
                <a:gd name="connsiteY25" fmla="*/ 18290 h 118232"/>
                <a:gd name="connsiteX26" fmla="*/ 5356196 w 6123261"/>
                <a:gd name="connsiteY26" fmla="*/ 31826 h 118232"/>
                <a:gd name="connsiteX27" fmla="*/ 5509609 w 6123261"/>
                <a:gd name="connsiteY27" fmla="*/ 18290 h 118232"/>
                <a:gd name="connsiteX28" fmla="*/ 5739729 w 6123261"/>
                <a:gd name="connsiteY28" fmla="*/ 0 h 118232"/>
                <a:gd name="connsiteX29" fmla="*/ 5969848 w 6123261"/>
                <a:gd name="connsiteY29" fmla="*/ 18290 h 118232"/>
                <a:gd name="connsiteX30" fmla="*/ 6123261 w 6123261"/>
                <a:gd name="connsiteY30" fmla="*/ 31826 h 118232"/>
                <a:gd name="connsiteX31" fmla="*/ 6123261 w 6123261"/>
                <a:gd name="connsiteY31" fmla="*/ 118232 h 118232"/>
                <a:gd name="connsiteX32" fmla="*/ 5893142 w 6123261"/>
                <a:gd name="connsiteY32" fmla="*/ 99079 h 118232"/>
                <a:gd name="connsiteX33" fmla="*/ 5739729 w 6123261"/>
                <a:gd name="connsiteY33" fmla="*/ 85543 h 118232"/>
                <a:gd name="connsiteX34" fmla="*/ 5586316 w 6123261"/>
                <a:gd name="connsiteY34" fmla="*/ 99944 h 118232"/>
                <a:gd name="connsiteX35" fmla="*/ 5356196 w 6123261"/>
                <a:gd name="connsiteY35" fmla="*/ 118232 h 118232"/>
                <a:gd name="connsiteX36" fmla="*/ 5126077 w 6123261"/>
                <a:gd name="connsiteY36" fmla="*/ 99944 h 118232"/>
                <a:gd name="connsiteX37" fmla="*/ 4972664 w 6123261"/>
                <a:gd name="connsiteY37" fmla="*/ 85543 h 118232"/>
                <a:gd name="connsiteX38" fmla="*/ 4819251 w 6123261"/>
                <a:gd name="connsiteY38" fmla="*/ 99944 h 118232"/>
                <a:gd name="connsiteX39" fmla="*/ 4589131 w 6123261"/>
                <a:gd name="connsiteY39" fmla="*/ 118232 h 118232"/>
                <a:gd name="connsiteX40" fmla="*/ 4359012 w 6123261"/>
                <a:gd name="connsiteY40" fmla="*/ 99079 h 118232"/>
                <a:gd name="connsiteX41" fmla="*/ 4205599 w 6123261"/>
                <a:gd name="connsiteY41" fmla="*/ 85543 h 118232"/>
                <a:gd name="connsiteX42" fmla="*/ 4052186 w 6123261"/>
                <a:gd name="connsiteY42" fmla="*/ 99944 h 118232"/>
                <a:gd name="connsiteX43" fmla="*/ 3822066 w 6123261"/>
                <a:gd name="connsiteY43" fmla="*/ 118232 h 118232"/>
                <a:gd name="connsiteX44" fmla="*/ 3591947 w 6123261"/>
                <a:gd name="connsiteY44" fmla="*/ 99944 h 118232"/>
                <a:gd name="connsiteX45" fmla="*/ 3438534 w 6123261"/>
                <a:gd name="connsiteY45" fmla="*/ 85543 h 118232"/>
                <a:gd name="connsiteX46" fmla="*/ 3285121 w 6123261"/>
                <a:gd name="connsiteY46" fmla="*/ 99944 h 118232"/>
                <a:gd name="connsiteX47" fmla="*/ 3172136 w 6123261"/>
                <a:gd name="connsiteY47" fmla="*/ 112766 h 118232"/>
                <a:gd name="connsiteX48" fmla="*/ 3068260 w 6123261"/>
                <a:gd name="connsiteY48" fmla="*/ 117613 h 118232"/>
                <a:gd name="connsiteX49" fmla="*/ 3068260 w 6123261"/>
                <a:gd name="connsiteY49" fmla="*/ 118232 h 118232"/>
                <a:gd name="connsiteX50" fmla="*/ 3061846 w 6123261"/>
                <a:gd name="connsiteY50" fmla="*/ 117913 h 118232"/>
                <a:gd name="connsiteX51" fmla="*/ 3055001 w 6123261"/>
                <a:gd name="connsiteY51" fmla="*/ 118232 h 118232"/>
                <a:gd name="connsiteX52" fmla="*/ 3055001 w 6123261"/>
                <a:gd name="connsiteY52" fmla="*/ 117572 h 118232"/>
                <a:gd name="connsiteX53" fmla="*/ 2950996 w 6123261"/>
                <a:gd name="connsiteY53" fmla="*/ 112392 h 118232"/>
                <a:gd name="connsiteX54" fmla="*/ 2838140 w 6123261"/>
                <a:gd name="connsiteY54" fmla="*/ 99079 h 118232"/>
                <a:gd name="connsiteX55" fmla="*/ 2684727 w 6123261"/>
                <a:gd name="connsiteY55" fmla="*/ 85543 h 118232"/>
                <a:gd name="connsiteX56" fmla="*/ 2531314 w 6123261"/>
                <a:gd name="connsiteY56" fmla="*/ 99944 h 118232"/>
                <a:gd name="connsiteX57" fmla="*/ 2301195 w 6123261"/>
                <a:gd name="connsiteY57" fmla="*/ 118232 h 118232"/>
                <a:gd name="connsiteX58" fmla="*/ 2071075 w 6123261"/>
                <a:gd name="connsiteY58" fmla="*/ 99944 h 118232"/>
                <a:gd name="connsiteX59" fmla="*/ 1917662 w 6123261"/>
                <a:gd name="connsiteY59" fmla="*/ 85543 h 118232"/>
                <a:gd name="connsiteX60" fmla="*/ 1764249 w 6123261"/>
                <a:gd name="connsiteY60" fmla="*/ 99944 h 118232"/>
                <a:gd name="connsiteX61" fmla="*/ 1534130 w 6123261"/>
                <a:gd name="connsiteY61" fmla="*/ 118232 h 118232"/>
                <a:gd name="connsiteX62" fmla="*/ 1304010 w 6123261"/>
                <a:gd name="connsiteY62" fmla="*/ 99079 h 118232"/>
                <a:gd name="connsiteX63" fmla="*/ 1150597 w 6123261"/>
                <a:gd name="connsiteY63" fmla="*/ 85543 h 118232"/>
                <a:gd name="connsiteX64" fmla="*/ 997184 w 6123261"/>
                <a:gd name="connsiteY64" fmla="*/ 99944 h 118232"/>
                <a:gd name="connsiteX65" fmla="*/ 767065 w 6123261"/>
                <a:gd name="connsiteY65" fmla="*/ 118232 h 118232"/>
                <a:gd name="connsiteX66" fmla="*/ 536945 w 6123261"/>
                <a:gd name="connsiteY66" fmla="*/ 99944 h 118232"/>
                <a:gd name="connsiteX67" fmla="*/ 383532 w 6123261"/>
                <a:gd name="connsiteY67" fmla="*/ 85543 h 118232"/>
                <a:gd name="connsiteX68" fmla="*/ 230119 w 6123261"/>
                <a:gd name="connsiteY68" fmla="*/ 99944 h 118232"/>
                <a:gd name="connsiteX69" fmla="*/ 0 w 6123261"/>
                <a:gd name="connsiteY69" fmla="*/ 118232 h 118232"/>
                <a:gd name="connsiteX70" fmla="*/ 0 w 6123261"/>
                <a:gd name="connsiteY70" fmla="*/ 31826 h 118232"/>
                <a:gd name="connsiteX71" fmla="*/ 153413 w 6123261"/>
                <a:gd name="connsiteY71" fmla="*/ 18290 h 118232"/>
                <a:gd name="connsiteX72" fmla="*/ 383532 w 6123261"/>
                <a:gd name="connsiteY72" fmla="*/ 0 h 11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123261" h="118232">
                  <a:moveTo>
                    <a:pt x="383532" y="0"/>
                  </a:moveTo>
                  <a:cubicBezTo>
                    <a:pt x="462449" y="1148"/>
                    <a:pt x="540267" y="7333"/>
                    <a:pt x="613652" y="18290"/>
                  </a:cubicBezTo>
                  <a:cubicBezTo>
                    <a:pt x="662510" y="25881"/>
                    <a:pt x="714317" y="30453"/>
                    <a:pt x="767065" y="31826"/>
                  </a:cubicBezTo>
                  <a:cubicBezTo>
                    <a:pt x="819813" y="30453"/>
                    <a:pt x="871619" y="25881"/>
                    <a:pt x="920478" y="18290"/>
                  </a:cubicBezTo>
                  <a:cubicBezTo>
                    <a:pt x="993862" y="7333"/>
                    <a:pt x="1071680" y="1148"/>
                    <a:pt x="1150597" y="0"/>
                  </a:cubicBezTo>
                  <a:cubicBezTo>
                    <a:pt x="1229514" y="1148"/>
                    <a:pt x="1307332" y="7333"/>
                    <a:pt x="1380717" y="18290"/>
                  </a:cubicBezTo>
                  <a:cubicBezTo>
                    <a:pt x="1429571" y="25881"/>
                    <a:pt x="1481382" y="30453"/>
                    <a:pt x="1534130" y="31826"/>
                  </a:cubicBezTo>
                  <a:cubicBezTo>
                    <a:pt x="1586878" y="30453"/>
                    <a:pt x="1638688" y="25881"/>
                    <a:pt x="1687543" y="18290"/>
                  </a:cubicBezTo>
                  <a:cubicBezTo>
                    <a:pt x="1760927" y="7333"/>
                    <a:pt x="1838745" y="1148"/>
                    <a:pt x="1917662" y="0"/>
                  </a:cubicBezTo>
                  <a:cubicBezTo>
                    <a:pt x="1996579" y="1148"/>
                    <a:pt x="2074397" y="7333"/>
                    <a:pt x="2147782" y="18290"/>
                  </a:cubicBezTo>
                  <a:cubicBezTo>
                    <a:pt x="2196636" y="25881"/>
                    <a:pt x="2248447" y="30453"/>
                    <a:pt x="2301195" y="31826"/>
                  </a:cubicBezTo>
                  <a:cubicBezTo>
                    <a:pt x="2353943" y="30453"/>
                    <a:pt x="2405753" y="25881"/>
                    <a:pt x="2454608" y="18290"/>
                  </a:cubicBezTo>
                  <a:cubicBezTo>
                    <a:pt x="2527992" y="7333"/>
                    <a:pt x="2605810" y="1148"/>
                    <a:pt x="2684727" y="0"/>
                  </a:cubicBezTo>
                  <a:cubicBezTo>
                    <a:pt x="2763644" y="1148"/>
                    <a:pt x="2841462" y="7333"/>
                    <a:pt x="2914847" y="18290"/>
                  </a:cubicBezTo>
                  <a:lnTo>
                    <a:pt x="3061631" y="31241"/>
                  </a:lnTo>
                  <a:lnTo>
                    <a:pt x="3208414" y="18290"/>
                  </a:lnTo>
                  <a:cubicBezTo>
                    <a:pt x="3281799" y="7333"/>
                    <a:pt x="3359617" y="1148"/>
                    <a:pt x="3438534" y="0"/>
                  </a:cubicBezTo>
                  <a:cubicBezTo>
                    <a:pt x="3517451" y="1148"/>
                    <a:pt x="3595269" y="7333"/>
                    <a:pt x="3668653" y="18290"/>
                  </a:cubicBezTo>
                  <a:cubicBezTo>
                    <a:pt x="3717512" y="25881"/>
                    <a:pt x="3769318" y="30453"/>
                    <a:pt x="3822066" y="31826"/>
                  </a:cubicBezTo>
                  <a:cubicBezTo>
                    <a:pt x="3874815" y="30453"/>
                    <a:pt x="3926621" y="25881"/>
                    <a:pt x="3975479" y="18290"/>
                  </a:cubicBezTo>
                  <a:cubicBezTo>
                    <a:pt x="4048864" y="7333"/>
                    <a:pt x="4126682" y="1148"/>
                    <a:pt x="4205599" y="0"/>
                  </a:cubicBezTo>
                  <a:cubicBezTo>
                    <a:pt x="4284516" y="1148"/>
                    <a:pt x="4362334" y="7333"/>
                    <a:pt x="4435718" y="18290"/>
                  </a:cubicBezTo>
                  <a:cubicBezTo>
                    <a:pt x="4484573" y="25881"/>
                    <a:pt x="4536383" y="30453"/>
                    <a:pt x="4589131" y="31826"/>
                  </a:cubicBezTo>
                  <a:cubicBezTo>
                    <a:pt x="4641879" y="30453"/>
                    <a:pt x="4693690" y="25881"/>
                    <a:pt x="4742544" y="18290"/>
                  </a:cubicBezTo>
                  <a:cubicBezTo>
                    <a:pt x="4815929" y="7333"/>
                    <a:pt x="4893747" y="1148"/>
                    <a:pt x="4972664" y="0"/>
                  </a:cubicBezTo>
                  <a:cubicBezTo>
                    <a:pt x="5051581" y="1148"/>
                    <a:pt x="5129399" y="7333"/>
                    <a:pt x="5202783" y="18290"/>
                  </a:cubicBezTo>
                  <a:cubicBezTo>
                    <a:pt x="5251638" y="25881"/>
                    <a:pt x="5303448" y="30453"/>
                    <a:pt x="5356196" y="31826"/>
                  </a:cubicBezTo>
                  <a:cubicBezTo>
                    <a:pt x="5408944" y="30453"/>
                    <a:pt x="5460755" y="25881"/>
                    <a:pt x="5509609" y="18290"/>
                  </a:cubicBezTo>
                  <a:cubicBezTo>
                    <a:pt x="5582994" y="7333"/>
                    <a:pt x="5660812" y="1148"/>
                    <a:pt x="5739729" y="0"/>
                  </a:cubicBezTo>
                  <a:cubicBezTo>
                    <a:pt x="5818646" y="1148"/>
                    <a:pt x="5896464" y="7333"/>
                    <a:pt x="5969848" y="18290"/>
                  </a:cubicBezTo>
                  <a:cubicBezTo>
                    <a:pt x="6018703" y="25881"/>
                    <a:pt x="6070513" y="30453"/>
                    <a:pt x="6123261" y="31826"/>
                  </a:cubicBezTo>
                  <a:lnTo>
                    <a:pt x="6123261" y="118232"/>
                  </a:lnTo>
                  <a:cubicBezTo>
                    <a:pt x="6044187" y="116877"/>
                    <a:pt x="5966337" y="110397"/>
                    <a:pt x="5893142" y="99079"/>
                  </a:cubicBezTo>
                  <a:cubicBezTo>
                    <a:pt x="5844287" y="91486"/>
                    <a:pt x="5792477" y="86916"/>
                    <a:pt x="5739729" y="85543"/>
                  </a:cubicBezTo>
                  <a:cubicBezTo>
                    <a:pt x="5686851" y="87194"/>
                    <a:pt x="5635041" y="92058"/>
                    <a:pt x="5586316" y="99944"/>
                  </a:cubicBezTo>
                  <a:cubicBezTo>
                    <a:pt x="5512931" y="110899"/>
                    <a:pt x="5435113" y="117085"/>
                    <a:pt x="5356196" y="118232"/>
                  </a:cubicBezTo>
                  <a:cubicBezTo>
                    <a:pt x="5277279" y="117085"/>
                    <a:pt x="5199461" y="110899"/>
                    <a:pt x="5126077" y="99944"/>
                  </a:cubicBezTo>
                  <a:cubicBezTo>
                    <a:pt x="5077351" y="92058"/>
                    <a:pt x="5025541" y="87194"/>
                    <a:pt x="4972664" y="85543"/>
                  </a:cubicBezTo>
                  <a:cubicBezTo>
                    <a:pt x="4919787" y="87194"/>
                    <a:pt x="4867976" y="92058"/>
                    <a:pt x="4819251" y="99944"/>
                  </a:cubicBezTo>
                  <a:cubicBezTo>
                    <a:pt x="4745866" y="110899"/>
                    <a:pt x="4668048" y="117085"/>
                    <a:pt x="4589131" y="118232"/>
                  </a:cubicBezTo>
                  <a:cubicBezTo>
                    <a:pt x="4510057" y="116877"/>
                    <a:pt x="4432207" y="110397"/>
                    <a:pt x="4359012" y="99079"/>
                  </a:cubicBezTo>
                  <a:cubicBezTo>
                    <a:pt x="4310157" y="91486"/>
                    <a:pt x="4258347" y="86916"/>
                    <a:pt x="4205599" y="85543"/>
                  </a:cubicBezTo>
                  <a:cubicBezTo>
                    <a:pt x="4152722" y="87192"/>
                    <a:pt x="4100911" y="92058"/>
                    <a:pt x="4052186" y="99944"/>
                  </a:cubicBezTo>
                  <a:cubicBezTo>
                    <a:pt x="3978801" y="110899"/>
                    <a:pt x="3900983" y="117085"/>
                    <a:pt x="3822066" y="118232"/>
                  </a:cubicBezTo>
                  <a:cubicBezTo>
                    <a:pt x="3743149" y="117085"/>
                    <a:pt x="3665331" y="110899"/>
                    <a:pt x="3591947" y="99944"/>
                  </a:cubicBezTo>
                  <a:cubicBezTo>
                    <a:pt x="3543221" y="92058"/>
                    <a:pt x="3491411" y="87192"/>
                    <a:pt x="3438534" y="85543"/>
                  </a:cubicBezTo>
                  <a:cubicBezTo>
                    <a:pt x="3385657" y="87192"/>
                    <a:pt x="3333846" y="92058"/>
                    <a:pt x="3285121" y="99944"/>
                  </a:cubicBezTo>
                  <a:cubicBezTo>
                    <a:pt x="3248428" y="105422"/>
                    <a:pt x="3210628" y="109707"/>
                    <a:pt x="3172136" y="112766"/>
                  </a:cubicBezTo>
                  <a:lnTo>
                    <a:pt x="3068260" y="117613"/>
                  </a:lnTo>
                  <a:lnTo>
                    <a:pt x="3068260" y="118232"/>
                  </a:lnTo>
                  <a:lnTo>
                    <a:pt x="3061846" y="117913"/>
                  </a:lnTo>
                  <a:lnTo>
                    <a:pt x="3055001" y="118232"/>
                  </a:lnTo>
                  <a:lnTo>
                    <a:pt x="3055001" y="117572"/>
                  </a:lnTo>
                  <a:lnTo>
                    <a:pt x="2950996" y="112392"/>
                  </a:lnTo>
                  <a:cubicBezTo>
                    <a:pt x="2912499" y="109188"/>
                    <a:pt x="2874738" y="104738"/>
                    <a:pt x="2838140" y="99079"/>
                  </a:cubicBezTo>
                  <a:cubicBezTo>
                    <a:pt x="2789286" y="91486"/>
                    <a:pt x="2737476" y="86916"/>
                    <a:pt x="2684727" y="85543"/>
                  </a:cubicBezTo>
                  <a:cubicBezTo>
                    <a:pt x="2631850" y="87194"/>
                    <a:pt x="2580040" y="92058"/>
                    <a:pt x="2531314" y="99944"/>
                  </a:cubicBezTo>
                  <a:cubicBezTo>
                    <a:pt x="2457930" y="110899"/>
                    <a:pt x="2380112" y="117085"/>
                    <a:pt x="2301195" y="118232"/>
                  </a:cubicBezTo>
                  <a:cubicBezTo>
                    <a:pt x="2222278" y="117085"/>
                    <a:pt x="2144460" y="110899"/>
                    <a:pt x="2071075" y="99944"/>
                  </a:cubicBezTo>
                  <a:cubicBezTo>
                    <a:pt x="2022350" y="92058"/>
                    <a:pt x="1970539" y="87194"/>
                    <a:pt x="1917662" y="85543"/>
                  </a:cubicBezTo>
                  <a:cubicBezTo>
                    <a:pt x="1864785" y="87194"/>
                    <a:pt x="1812975" y="92058"/>
                    <a:pt x="1764249" y="99944"/>
                  </a:cubicBezTo>
                  <a:cubicBezTo>
                    <a:pt x="1690865" y="110899"/>
                    <a:pt x="1613047" y="117085"/>
                    <a:pt x="1534130" y="118232"/>
                  </a:cubicBezTo>
                  <a:cubicBezTo>
                    <a:pt x="1455056" y="116877"/>
                    <a:pt x="1377206" y="110397"/>
                    <a:pt x="1304010" y="99079"/>
                  </a:cubicBezTo>
                  <a:cubicBezTo>
                    <a:pt x="1255156" y="91486"/>
                    <a:pt x="1203346" y="86916"/>
                    <a:pt x="1150597" y="85543"/>
                  </a:cubicBezTo>
                  <a:cubicBezTo>
                    <a:pt x="1097720" y="87192"/>
                    <a:pt x="1045910" y="92058"/>
                    <a:pt x="997184" y="99944"/>
                  </a:cubicBezTo>
                  <a:cubicBezTo>
                    <a:pt x="923800" y="110899"/>
                    <a:pt x="845982" y="117085"/>
                    <a:pt x="767065" y="118232"/>
                  </a:cubicBezTo>
                  <a:cubicBezTo>
                    <a:pt x="688148" y="117085"/>
                    <a:pt x="610330" y="110899"/>
                    <a:pt x="536945" y="99944"/>
                  </a:cubicBezTo>
                  <a:cubicBezTo>
                    <a:pt x="488220" y="92058"/>
                    <a:pt x="436410" y="87192"/>
                    <a:pt x="383532" y="85543"/>
                  </a:cubicBezTo>
                  <a:cubicBezTo>
                    <a:pt x="330655" y="87192"/>
                    <a:pt x="278845" y="92058"/>
                    <a:pt x="230119" y="99944"/>
                  </a:cubicBezTo>
                  <a:cubicBezTo>
                    <a:pt x="156735" y="110899"/>
                    <a:pt x="78917" y="117085"/>
                    <a:pt x="0" y="118232"/>
                  </a:cubicBezTo>
                  <a:lnTo>
                    <a:pt x="0" y="31826"/>
                  </a:lnTo>
                  <a:cubicBezTo>
                    <a:pt x="52748" y="30453"/>
                    <a:pt x="104554" y="25881"/>
                    <a:pt x="153413" y="18290"/>
                  </a:cubicBezTo>
                  <a:cubicBezTo>
                    <a:pt x="226797" y="7333"/>
                    <a:pt x="304615" y="1148"/>
                    <a:pt x="383532" y="0"/>
                  </a:cubicBezTo>
                  <a:close/>
                </a:path>
              </a:pathLst>
            </a:custGeom>
            <a:solidFill>
              <a:schemeClr val="accent1"/>
            </a:solidFill>
            <a:ln w="508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DBC41D4-10C0-51D1-EBC8-2D0383EE35A9}"/>
                </a:ext>
              </a:extLst>
            </p:cNvPr>
            <p:cNvSpPr txBox="1"/>
            <p:nvPr/>
          </p:nvSpPr>
          <p:spPr>
            <a:xfrm>
              <a:off x="186146" y="4523917"/>
              <a:ext cx="17032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1200" b="1" dirty="0">
                  <a:latin typeface="+mn-lt"/>
                </a:rPr>
                <a:t>cool sea surface</a:t>
              </a:r>
            </a:p>
          </p:txBody>
        </p:sp>
      </p:grpSp>
      <p:grpSp>
        <p:nvGrpSpPr>
          <p:cNvPr id="189" name="Graphic 106" descr="Sort outline">
            <a:extLst>
              <a:ext uri="{FF2B5EF4-FFF2-40B4-BE49-F238E27FC236}">
                <a16:creationId xmlns:a16="http://schemas.microsoft.com/office/drawing/2014/main" id="{8DE13238-B2BD-9038-7797-8F05F44C2F09}"/>
              </a:ext>
            </a:extLst>
          </p:cNvPr>
          <p:cNvGrpSpPr/>
          <p:nvPr/>
        </p:nvGrpSpPr>
        <p:grpSpPr>
          <a:xfrm>
            <a:off x="7193448" y="4482123"/>
            <a:ext cx="418148" cy="253747"/>
            <a:chOff x="6404211" y="2491808"/>
            <a:chExt cx="709774" cy="253747"/>
          </a:xfrm>
          <a:solidFill>
            <a:schemeClr val="bg1"/>
          </a:solidFill>
        </p:grpSpPr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1F7AFEC2-66C9-669F-24BA-07B278EF87D9}"/>
                </a:ext>
              </a:extLst>
            </p:cNvPr>
            <p:cNvSpPr/>
            <p:nvPr/>
          </p:nvSpPr>
          <p:spPr>
            <a:xfrm rot="16200000">
              <a:off x="6656221" y="2239798"/>
              <a:ext cx="138414" cy="642433"/>
            </a:xfrm>
            <a:custGeom>
              <a:avLst/>
              <a:gdLst>
                <a:gd name="connsiteX0" fmla="*/ 100378 w 214149"/>
                <a:gd name="connsiteY0" fmla="*/ 408535 h 415232"/>
                <a:gd name="connsiteX1" fmla="*/ 107075 w 214149"/>
                <a:gd name="connsiteY1" fmla="*/ 415233 h 415232"/>
                <a:gd name="connsiteX2" fmla="*/ 113772 w 214149"/>
                <a:gd name="connsiteY2" fmla="*/ 408535 h 415232"/>
                <a:gd name="connsiteX3" fmla="*/ 113772 w 214149"/>
                <a:gd name="connsiteY3" fmla="*/ 23024 h 415232"/>
                <a:gd name="connsiteX4" fmla="*/ 113840 w 214149"/>
                <a:gd name="connsiteY4" fmla="*/ 22958 h 415232"/>
                <a:gd name="connsiteX5" fmla="*/ 113886 w 214149"/>
                <a:gd name="connsiteY5" fmla="*/ 22977 h 415232"/>
                <a:gd name="connsiteX6" fmla="*/ 202800 w 214149"/>
                <a:gd name="connsiteY6" fmla="*/ 111891 h 415232"/>
                <a:gd name="connsiteX7" fmla="*/ 212270 w 214149"/>
                <a:gd name="connsiteY7" fmla="*/ 111726 h 415232"/>
                <a:gd name="connsiteX8" fmla="*/ 212270 w 214149"/>
                <a:gd name="connsiteY8" fmla="*/ 102421 h 415232"/>
                <a:gd name="connsiteX9" fmla="*/ 111810 w 214149"/>
                <a:gd name="connsiteY9" fmla="*/ 1961 h 415232"/>
                <a:gd name="connsiteX10" fmla="*/ 102340 w 214149"/>
                <a:gd name="connsiteY10" fmla="*/ 1961 h 415232"/>
                <a:gd name="connsiteX11" fmla="*/ 1880 w 214149"/>
                <a:gd name="connsiteY11" fmla="*/ 102421 h 415232"/>
                <a:gd name="connsiteX12" fmla="*/ 2045 w 214149"/>
                <a:gd name="connsiteY12" fmla="*/ 111891 h 415232"/>
                <a:gd name="connsiteX13" fmla="*/ 11350 w 214149"/>
                <a:gd name="connsiteY13" fmla="*/ 111891 h 415232"/>
                <a:gd name="connsiteX14" fmla="*/ 100264 w 214149"/>
                <a:gd name="connsiteY14" fmla="*/ 22977 h 415232"/>
                <a:gd name="connsiteX15" fmla="*/ 100358 w 214149"/>
                <a:gd name="connsiteY15" fmla="*/ 22978 h 415232"/>
                <a:gd name="connsiteX16" fmla="*/ 100378 w 214149"/>
                <a:gd name="connsiteY16" fmla="*/ 23024 h 415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4149" h="415232">
                  <a:moveTo>
                    <a:pt x="100378" y="408535"/>
                  </a:moveTo>
                  <a:cubicBezTo>
                    <a:pt x="100378" y="412234"/>
                    <a:pt x="103376" y="415233"/>
                    <a:pt x="107075" y="415233"/>
                  </a:cubicBezTo>
                  <a:cubicBezTo>
                    <a:pt x="110774" y="415233"/>
                    <a:pt x="113772" y="412234"/>
                    <a:pt x="113772" y="408535"/>
                  </a:cubicBezTo>
                  <a:lnTo>
                    <a:pt x="113772" y="23024"/>
                  </a:lnTo>
                  <a:cubicBezTo>
                    <a:pt x="113773" y="22987"/>
                    <a:pt x="113803" y="22957"/>
                    <a:pt x="113840" y="22958"/>
                  </a:cubicBezTo>
                  <a:cubicBezTo>
                    <a:pt x="113857" y="22958"/>
                    <a:pt x="113874" y="22965"/>
                    <a:pt x="113886" y="22977"/>
                  </a:cubicBezTo>
                  <a:lnTo>
                    <a:pt x="202800" y="111891"/>
                  </a:lnTo>
                  <a:cubicBezTo>
                    <a:pt x="205461" y="114461"/>
                    <a:pt x="209700" y="114387"/>
                    <a:pt x="212270" y="111726"/>
                  </a:cubicBezTo>
                  <a:cubicBezTo>
                    <a:pt x="214777" y="109131"/>
                    <a:pt x="214777" y="105016"/>
                    <a:pt x="212270" y="102421"/>
                  </a:cubicBezTo>
                  <a:lnTo>
                    <a:pt x="111810" y="1961"/>
                  </a:lnTo>
                  <a:cubicBezTo>
                    <a:pt x="109195" y="-654"/>
                    <a:pt x="104955" y="-654"/>
                    <a:pt x="102340" y="1961"/>
                  </a:cubicBezTo>
                  <a:lnTo>
                    <a:pt x="1880" y="102421"/>
                  </a:lnTo>
                  <a:cubicBezTo>
                    <a:pt x="-690" y="105082"/>
                    <a:pt x="-616" y="109321"/>
                    <a:pt x="2045" y="111891"/>
                  </a:cubicBezTo>
                  <a:cubicBezTo>
                    <a:pt x="4640" y="114398"/>
                    <a:pt x="8755" y="114398"/>
                    <a:pt x="11350" y="111891"/>
                  </a:cubicBezTo>
                  <a:lnTo>
                    <a:pt x="100264" y="22977"/>
                  </a:lnTo>
                  <a:cubicBezTo>
                    <a:pt x="100290" y="22951"/>
                    <a:pt x="100333" y="22952"/>
                    <a:pt x="100358" y="22978"/>
                  </a:cubicBezTo>
                  <a:cubicBezTo>
                    <a:pt x="100370" y="22990"/>
                    <a:pt x="100378" y="23007"/>
                    <a:pt x="100378" y="23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 sz="120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B0CFCDB9-6613-5CE6-A05C-EBC35ADE3CCD}"/>
                </a:ext>
              </a:extLst>
            </p:cNvPr>
            <p:cNvSpPr/>
            <p:nvPr/>
          </p:nvSpPr>
          <p:spPr>
            <a:xfrm rot="16200000">
              <a:off x="6723560" y="2355130"/>
              <a:ext cx="138416" cy="642434"/>
            </a:xfrm>
            <a:custGeom>
              <a:avLst/>
              <a:gdLst>
                <a:gd name="connsiteX0" fmla="*/ 202800 w 214149"/>
                <a:gd name="connsiteY0" fmla="*/ 303342 h 415232"/>
                <a:gd name="connsiteX1" fmla="*/ 113886 w 214149"/>
                <a:gd name="connsiteY1" fmla="*/ 392256 h 415232"/>
                <a:gd name="connsiteX2" fmla="*/ 113792 w 214149"/>
                <a:gd name="connsiteY2" fmla="*/ 392255 h 415232"/>
                <a:gd name="connsiteX3" fmla="*/ 113772 w 214149"/>
                <a:gd name="connsiteY3" fmla="*/ 392209 h 415232"/>
                <a:gd name="connsiteX4" fmla="*/ 113772 w 214149"/>
                <a:gd name="connsiteY4" fmla="*/ 6697 h 415232"/>
                <a:gd name="connsiteX5" fmla="*/ 107075 w 214149"/>
                <a:gd name="connsiteY5" fmla="*/ 0 h 415232"/>
                <a:gd name="connsiteX6" fmla="*/ 100378 w 214149"/>
                <a:gd name="connsiteY6" fmla="*/ 6697 h 415232"/>
                <a:gd name="connsiteX7" fmla="*/ 100378 w 214149"/>
                <a:gd name="connsiteY7" fmla="*/ 392209 h 415232"/>
                <a:gd name="connsiteX8" fmla="*/ 100310 w 214149"/>
                <a:gd name="connsiteY8" fmla="*/ 392275 h 415232"/>
                <a:gd name="connsiteX9" fmla="*/ 100264 w 214149"/>
                <a:gd name="connsiteY9" fmla="*/ 392256 h 415232"/>
                <a:gd name="connsiteX10" fmla="*/ 11350 w 214149"/>
                <a:gd name="connsiteY10" fmla="*/ 303342 h 415232"/>
                <a:gd name="connsiteX11" fmla="*/ 1880 w 214149"/>
                <a:gd name="connsiteY11" fmla="*/ 303507 h 415232"/>
                <a:gd name="connsiteX12" fmla="*/ 1880 w 214149"/>
                <a:gd name="connsiteY12" fmla="*/ 312812 h 415232"/>
                <a:gd name="connsiteX13" fmla="*/ 102340 w 214149"/>
                <a:gd name="connsiteY13" fmla="*/ 413272 h 415232"/>
                <a:gd name="connsiteX14" fmla="*/ 111810 w 214149"/>
                <a:gd name="connsiteY14" fmla="*/ 413272 h 415232"/>
                <a:gd name="connsiteX15" fmla="*/ 212270 w 214149"/>
                <a:gd name="connsiteY15" fmla="*/ 312812 h 415232"/>
                <a:gd name="connsiteX16" fmla="*/ 212105 w 214149"/>
                <a:gd name="connsiteY16" fmla="*/ 303342 h 415232"/>
                <a:gd name="connsiteX17" fmla="*/ 202800 w 214149"/>
                <a:gd name="connsiteY17" fmla="*/ 303342 h 415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149" h="415232">
                  <a:moveTo>
                    <a:pt x="202800" y="303342"/>
                  </a:moveTo>
                  <a:lnTo>
                    <a:pt x="113886" y="392256"/>
                  </a:lnTo>
                  <a:cubicBezTo>
                    <a:pt x="113860" y="392282"/>
                    <a:pt x="113817" y="392281"/>
                    <a:pt x="113792" y="392255"/>
                  </a:cubicBezTo>
                  <a:cubicBezTo>
                    <a:pt x="113780" y="392242"/>
                    <a:pt x="113772" y="392226"/>
                    <a:pt x="113772" y="392209"/>
                  </a:cubicBezTo>
                  <a:lnTo>
                    <a:pt x="113772" y="6697"/>
                  </a:lnTo>
                  <a:cubicBezTo>
                    <a:pt x="113772" y="2998"/>
                    <a:pt x="110774" y="0"/>
                    <a:pt x="107075" y="0"/>
                  </a:cubicBezTo>
                  <a:cubicBezTo>
                    <a:pt x="103376" y="0"/>
                    <a:pt x="100378" y="2998"/>
                    <a:pt x="100378" y="6697"/>
                  </a:cubicBezTo>
                  <a:lnTo>
                    <a:pt x="100378" y="392209"/>
                  </a:lnTo>
                  <a:cubicBezTo>
                    <a:pt x="100377" y="392245"/>
                    <a:pt x="100347" y="392275"/>
                    <a:pt x="100310" y="392275"/>
                  </a:cubicBezTo>
                  <a:cubicBezTo>
                    <a:pt x="100293" y="392274"/>
                    <a:pt x="100276" y="392268"/>
                    <a:pt x="100264" y="392256"/>
                  </a:cubicBezTo>
                  <a:lnTo>
                    <a:pt x="11350" y="303342"/>
                  </a:lnTo>
                  <a:cubicBezTo>
                    <a:pt x="8689" y="300772"/>
                    <a:pt x="4450" y="300846"/>
                    <a:pt x="1880" y="303507"/>
                  </a:cubicBezTo>
                  <a:cubicBezTo>
                    <a:pt x="-627" y="306102"/>
                    <a:pt x="-627" y="310217"/>
                    <a:pt x="1880" y="312812"/>
                  </a:cubicBezTo>
                  <a:lnTo>
                    <a:pt x="102340" y="413272"/>
                  </a:lnTo>
                  <a:cubicBezTo>
                    <a:pt x="104955" y="415886"/>
                    <a:pt x="109195" y="415886"/>
                    <a:pt x="111810" y="413272"/>
                  </a:cubicBezTo>
                  <a:lnTo>
                    <a:pt x="212270" y="312812"/>
                  </a:lnTo>
                  <a:cubicBezTo>
                    <a:pt x="214840" y="310151"/>
                    <a:pt x="214766" y="305912"/>
                    <a:pt x="212105" y="303342"/>
                  </a:cubicBezTo>
                  <a:cubicBezTo>
                    <a:pt x="209510" y="300835"/>
                    <a:pt x="205395" y="300835"/>
                    <a:pt x="202800" y="3033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 sz="12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6BD49967-DB18-06B9-EAA5-0DE3E1D06824}"/>
                  </a:ext>
                </a:extLst>
              </p:cNvPr>
              <p:cNvSpPr txBox="1"/>
              <p:nvPr/>
            </p:nvSpPr>
            <p:spPr>
              <a:xfrm>
                <a:off x="3502021" y="4360168"/>
                <a:ext cx="10089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𝐻𝐹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𝐻𝐹</m:t>
                      </m:r>
                    </m:oMath>
                  </m:oMathPara>
                </a14:m>
                <a:endParaRPr lang="en-GB" sz="18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6BD49967-DB18-06B9-EAA5-0DE3E1D06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21" y="4360168"/>
                <a:ext cx="1008990" cy="369332"/>
              </a:xfrm>
              <a:prstGeom prst="rect">
                <a:avLst/>
              </a:prstGeom>
              <a:blipFill>
                <a:blip r:embed="rId18"/>
                <a:stretch>
                  <a:fillRect r="-12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1" name="Subsidence">
            <a:extLst>
              <a:ext uri="{FF2B5EF4-FFF2-40B4-BE49-F238E27FC236}">
                <a16:creationId xmlns:a16="http://schemas.microsoft.com/office/drawing/2014/main" id="{F8457324-5E52-6CA8-8E0F-1DE92565B9B3}"/>
              </a:ext>
            </a:extLst>
          </p:cNvPr>
          <p:cNvGrpSpPr/>
          <p:nvPr/>
        </p:nvGrpSpPr>
        <p:grpSpPr>
          <a:xfrm>
            <a:off x="1763945" y="1337532"/>
            <a:ext cx="2480903" cy="461665"/>
            <a:chOff x="2215186" y="1629243"/>
            <a:chExt cx="2480903" cy="461665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1CA73F6A-7846-E4CC-C405-84265DD6EE26}"/>
                </a:ext>
              </a:extLst>
            </p:cNvPr>
            <p:cNvGrpSpPr/>
            <p:nvPr/>
          </p:nvGrpSpPr>
          <p:grpSpPr>
            <a:xfrm>
              <a:off x="3382882" y="1678590"/>
              <a:ext cx="832725" cy="408201"/>
              <a:chOff x="3382882" y="1678590"/>
              <a:chExt cx="832725" cy="408201"/>
            </a:xfrm>
          </p:grpSpPr>
          <p:cxnSp>
            <p:nvCxnSpPr>
              <p:cNvPr id="205" name="Straight Arrow Connector 204">
                <a:extLst>
                  <a:ext uri="{FF2B5EF4-FFF2-40B4-BE49-F238E27FC236}">
                    <a16:creationId xmlns:a16="http://schemas.microsoft.com/office/drawing/2014/main" id="{94B42564-E3EC-09A0-44A2-6AF8E921B42D}"/>
                  </a:ext>
                </a:extLst>
              </p:cNvPr>
              <p:cNvCxnSpPr/>
              <p:nvPr/>
            </p:nvCxnSpPr>
            <p:spPr>
              <a:xfrm>
                <a:off x="3382882" y="1678590"/>
                <a:ext cx="0" cy="4082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Arrow Connector 205">
                <a:extLst>
                  <a:ext uri="{FF2B5EF4-FFF2-40B4-BE49-F238E27FC236}">
                    <a16:creationId xmlns:a16="http://schemas.microsoft.com/office/drawing/2014/main" id="{2D1A833B-2115-E4A8-80BB-0ACEE383853B}"/>
                  </a:ext>
                </a:extLst>
              </p:cNvPr>
              <p:cNvCxnSpPr/>
              <p:nvPr/>
            </p:nvCxnSpPr>
            <p:spPr>
              <a:xfrm>
                <a:off x="3591063" y="1678590"/>
                <a:ext cx="0" cy="4082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Arrow Connector 206">
                <a:extLst>
                  <a:ext uri="{FF2B5EF4-FFF2-40B4-BE49-F238E27FC236}">
                    <a16:creationId xmlns:a16="http://schemas.microsoft.com/office/drawing/2014/main" id="{A3FA5BEF-D6B5-6507-AC9F-16F1728D3653}"/>
                  </a:ext>
                </a:extLst>
              </p:cNvPr>
              <p:cNvCxnSpPr/>
              <p:nvPr/>
            </p:nvCxnSpPr>
            <p:spPr>
              <a:xfrm>
                <a:off x="3799244" y="1678590"/>
                <a:ext cx="0" cy="4082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DA330F66-C246-21BC-F571-41DE463323B6}"/>
                  </a:ext>
                </a:extLst>
              </p:cNvPr>
              <p:cNvCxnSpPr/>
              <p:nvPr/>
            </p:nvCxnSpPr>
            <p:spPr>
              <a:xfrm>
                <a:off x="4007425" y="1678590"/>
                <a:ext cx="0" cy="4082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Arrow Connector 208">
                <a:extLst>
                  <a:ext uri="{FF2B5EF4-FFF2-40B4-BE49-F238E27FC236}">
                    <a16:creationId xmlns:a16="http://schemas.microsoft.com/office/drawing/2014/main" id="{03222721-02E9-C9C8-5981-54D84BD02A9D}"/>
                  </a:ext>
                </a:extLst>
              </p:cNvPr>
              <p:cNvCxnSpPr/>
              <p:nvPr/>
            </p:nvCxnSpPr>
            <p:spPr>
              <a:xfrm>
                <a:off x="4215607" y="1678590"/>
                <a:ext cx="0" cy="4082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6ADBEE70-91A2-5E02-D28B-5AFE36278B68}"/>
                    </a:ext>
                  </a:extLst>
                </p:cNvPr>
                <p:cNvSpPr txBox="1"/>
                <p:nvPr/>
              </p:nvSpPr>
              <p:spPr>
                <a:xfrm>
                  <a:off x="4199501" y="1667771"/>
                  <a:ext cx="4965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GB" sz="1800" dirty="0">
                    <a:latin typeface="+mn-lt"/>
                  </a:endParaRPr>
                </a:p>
              </p:txBody>
            </p:sp>
          </mc:Choice>
          <mc:Fallback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6ADBEE70-91A2-5E02-D28B-5AFE36278B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9501" y="1667771"/>
                  <a:ext cx="496588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F9304713-30CB-4A46-E671-9A6CD0AA13EF}"/>
                </a:ext>
              </a:extLst>
            </p:cNvPr>
            <p:cNvSpPr txBox="1"/>
            <p:nvPr/>
          </p:nvSpPr>
          <p:spPr>
            <a:xfrm>
              <a:off x="2215186" y="1629243"/>
              <a:ext cx="11634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200" b="1" dirty="0">
                  <a:latin typeface="+mn-lt"/>
                </a:rPr>
                <a:t>large scale</a:t>
              </a:r>
            </a:p>
            <a:p>
              <a:pPr algn="r"/>
              <a:r>
                <a:rPr lang="en-GB" sz="1200" b="1" dirty="0">
                  <a:latin typeface="+mn-lt"/>
                </a:rPr>
                <a:t>subsidence</a:t>
              </a:r>
            </a:p>
          </p:txBody>
        </p:sp>
      </p:grpSp>
      <p:grpSp>
        <p:nvGrpSpPr>
          <p:cNvPr id="24" name="Surface wind">
            <a:extLst>
              <a:ext uri="{FF2B5EF4-FFF2-40B4-BE49-F238E27FC236}">
                <a16:creationId xmlns:a16="http://schemas.microsoft.com/office/drawing/2014/main" id="{B1F6276D-298E-BC51-1FBC-46A4A8ED819D}"/>
              </a:ext>
            </a:extLst>
          </p:cNvPr>
          <p:cNvGrpSpPr/>
          <p:nvPr/>
        </p:nvGrpSpPr>
        <p:grpSpPr>
          <a:xfrm>
            <a:off x="3321683" y="3745099"/>
            <a:ext cx="1471276" cy="812053"/>
            <a:chOff x="3464522" y="3814949"/>
            <a:chExt cx="1471276" cy="812053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D04BE4C2-2881-48AD-08F1-260CE25778C8}"/>
                </a:ext>
              </a:extLst>
            </p:cNvPr>
            <p:cNvSpPr txBox="1"/>
            <p:nvPr/>
          </p:nvSpPr>
          <p:spPr>
            <a:xfrm>
              <a:off x="3464522" y="3864689"/>
              <a:ext cx="1427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+mn-lt"/>
                </a:rPr>
                <a:t>surface wind</a:t>
              </a:r>
            </a:p>
          </p:txBody>
        </p:sp>
        <p:pic>
          <p:nvPicPr>
            <p:cNvPr id="201" name="Graphic 200" descr="Windy outline">
              <a:extLst>
                <a:ext uri="{FF2B5EF4-FFF2-40B4-BE49-F238E27FC236}">
                  <a16:creationId xmlns:a16="http://schemas.microsoft.com/office/drawing/2014/main" id="{4A071A8D-BAF0-00CF-E95E-B152CA101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3541182" y="4047157"/>
              <a:ext cx="579845" cy="579845"/>
            </a:xfrm>
            <a:prstGeom prst="rect">
              <a:avLst/>
            </a:prstGeom>
          </p:spPr>
        </p:pic>
        <p:pic>
          <p:nvPicPr>
            <p:cNvPr id="252" name="Graphic 251" descr="Merger outline">
              <a:extLst>
                <a:ext uri="{FF2B5EF4-FFF2-40B4-BE49-F238E27FC236}">
                  <a16:creationId xmlns:a16="http://schemas.microsoft.com/office/drawing/2014/main" id="{1DAC8D40-0A88-6327-2534-76CA1BFCE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rot="16200000">
              <a:off x="3923526" y="4017938"/>
              <a:ext cx="569568" cy="569568"/>
            </a:xfrm>
            <a:prstGeom prst="rect">
              <a:avLst/>
            </a:prstGeom>
          </p:spPr>
        </p:pic>
        <p:pic>
          <p:nvPicPr>
            <p:cNvPr id="259" name="Graphic 258" descr="Windy outline">
              <a:extLst>
                <a:ext uri="{FF2B5EF4-FFF2-40B4-BE49-F238E27FC236}">
                  <a16:creationId xmlns:a16="http://schemas.microsoft.com/office/drawing/2014/main" id="{BC794604-DF7F-BA98-FDD2-05B815624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 flipH="1">
              <a:off x="4291063" y="4047157"/>
              <a:ext cx="496587" cy="57984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BA92E857-B67A-E582-6674-C938063E6D60}"/>
                    </a:ext>
                  </a:extLst>
                </p:cNvPr>
                <p:cNvSpPr txBox="1"/>
                <p:nvPr/>
              </p:nvSpPr>
              <p:spPr>
                <a:xfrm>
                  <a:off x="4613704" y="3814949"/>
                  <a:ext cx="32209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GB" sz="1800" dirty="0">
                    <a:latin typeface="+mn-lt"/>
                  </a:endParaRPr>
                </a:p>
              </p:txBody>
            </p:sp>
          </mc:Choice>
          <mc:Fallback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BA92E857-B67A-E582-6674-C938063E6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3704" y="3814949"/>
                  <a:ext cx="322094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377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Entrainment">
            <a:extLst>
              <a:ext uri="{FF2B5EF4-FFF2-40B4-BE49-F238E27FC236}">
                <a16:creationId xmlns:a16="http://schemas.microsoft.com/office/drawing/2014/main" id="{46D1F030-7349-4132-8A43-BA3C13372FD2}"/>
              </a:ext>
            </a:extLst>
          </p:cNvPr>
          <p:cNvGrpSpPr/>
          <p:nvPr/>
        </p:nvGrpSpPr>
        <p:grpSpPr>
          <a:xfrm>
            <a:off x="2826739" y="2309416"/>
            <a:ext cx="1471558" cy="1036514"/>
            <a:chOff x="3224531" y="2309416"/>
            <a:chExt cx="1471558" cy="1036514"/>
          </a:xfrm>
        </p:grpSpPr>
        <p:pic>
          <p:nvPicPr>
            <p:cNvPr id="95" name="Graphic 94" descr="Merger outline">
              <a:extLst>
                <a:ext uri="{FF2B5EF4-FFF2-40B4-BE49-F238E27FC236}">
                  <a16:creationId xmlns:a16="http://schemas.microsoft.com/office/drawing/2014/main" id="{21768849-5AC2-11D0-60A4-80EABC18D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rot="16200000">
              <a:off x="3456792" y="2418586"/>
              <a:ext cx="914400" cy="9144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104067D-9A2C-0331-357D-A0DF19CF8144}"/>
                    </a:ext>
                  </a:extLst>
                </p:cNvPr>
                <p:cNvSpPr txBox="1"/>
                <p:nvPr/>
              </p:nvSpPr>
              <p:spPr>
                <a:xfrm>
                  <a:off x="3707593" y="2309416"/>
                  <a:ext cx="4965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GB" sz="1800" dirty="0">
                    <a:latin typeface="+mn-lt"/>
                  </a:endParaRPr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104067D-9A2C-0331-357D-A0DF19CF81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7593" y="2309416"/>
                  <a:ext cx="496588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28B6DEF4-8BDC-22DA-BD8C-AE6DF7072AD3}"/>
                </a:ext>
              </a:extLst>
            </p:cNvPr>
            <p:cNvSpPr txBox="1"/>
            <p:nvPr/>
          </p:nvSpPr>
          <p:spPr>
            <a:xfrm>
              <a:off x="3224531" y="3068931"/>
              <a:ext cx="14715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+mn-lt"/>
                </a:rPr>
                <a:t>entrainment</a:t>
              </a:r>
            </a:p>
          </p:txBody>
        </p:sp>
        <p:grpSp>
          <p:nvGrpSpPr>
            <p:cNvPr id="264" name="Graphic 224" descr="Arrow circle outline">
              <a:extLst>
                <a:ext uri="{FF2B5EF4-FFF2-40B4-BE49-F238E27FC236}">
                  <a16:creationId xmlns:a16="http://schemas.microsoft.com/office/drawing/2014/main" id="{B4076A85-5E38-EA45-40C4-81CFF06AE7F2}"/>
                </a:ext>
              </a:extLst>
            </p:cNvPr>
            <p:cNvGrpSpPr/>
            <p:nvPr/>
          </p:nvGrpSpPr>
          <p:grpSpPr>
            <a:xfrm flipH="1">
              <a:off x="3464521" y="2669852"/>
              <a:ext cx="408575" cy="421497"/>
              <a:chOff x="9564570" y="4912083"/>
              <a:chExt cx="617095" cy="598785"/>
            </a:xfrm>
            <a:solidFill>
              <a:srgbClr val="000000"/>
            </a:solidFill>
          </p:grpSpPr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6E61C149-D5DD-D3B7-9A8E-8B31ACECE4D9}"/>
                  </a:ext>
                </a:extLst>
              </p:cNvPr>
              <p:cNvSpPr/>
              <p:nvPr/>
            </p:nvSpPr>
            <p:spPr>
              <a:xfrm>
                <a:off x="9930960" y="5077180"/>
                <a:ext cx="250704" cy="433688"/>
              </a:xfrm>
              <a:custGeom>
                <a:avLst/>
                <a:gdLst>
                  <a:gd name="connsiteX0" fmla="*/ 250704 w 250704"/>
                  <a:gd name="connsiteY0" fmla="*/ 110992 h 433688"/>
                  <a:gd name="connsiteX1" fmla="*/ 230016 w 250704"/>
                  <a:gd name="connsiteY1" fmla="*/ 5902 h 433688"/>
                  <a:gd name="connsiteX2" fmla="*/ 217576 w 250704"/>
                  <a:gd name="connsiteY2" fmla="*/ 721 h 433688"/>
                  <a:gd name="connsiteX3" fmla="*/ 212395 w 250704"/>
                  <a:gd name="connsiteY3" fmla="*/ 13160 h 433688"/>
                  <a:gd name="connsiteX4" fmla="*/ 71994 w 250704"/>
                  <a:gd name="connsiteY4" fmla="*/ 348917 h 433688"/>
                  <a:gd name="connsiteX5" fmla="*/ 28200 w 250704"/>
                  <a:gd name="connsiteY5" fmla="*/ 362471 h 433688"/>
                  <a:gd name="connsiteX6" fmla="*/ 28086 w 250704"/>
                  <a:gd name="connsiteY6" fmla="*/ 362328 h 433688"/>
                  <a:gd name="connsiteX7" fmla="*/ 66072 w 250704"/>
                  <a:gd name="connsiteY7" fmla="*/ 295176 h 433688"/>
                  <a:gd name="connsiteX8" fmla="*/ 63395 w 250704"/>
                  <a:gd name="connsiteY8" fmla="*/ 281975 h 433688"/>
                  <a:gd name="connsiteX9" fmla="*/ 50194 w 250704"/>
                  <a:gd name="connsiteY9" fmla="*/ 284651 h 433688"/>
                  <a:gd name="connsiteX10" fmla="*/ 49517 w 250704"/>
                  <a:gd name="connsiteY10" fmla="*/ 285851 h 433688"/>
                  <a:gd name="connsiteX11" fmla="*/ 1235 w 250704"/>
                  <a:gd name="connsiteY11" fmla="*/ 371224 h 433688"/>
                  <a:gd name="connsiteX12" fmla="*/ 4839 w 250704"/>
                  <a:gd name="connsiteY12" fmla="*/ 384204 h 433688"/>
                  <a:gd name="connsiteX13" fmla="*/ 4845 w 250704"/>
                  <a:gd name="connsiteY13" fmla="*/ 384207 h 433688"/>
                  <a:gd name="connsiteX14" fmla="*/ 90056 w 250704"/>
                  <a:gd name="connsiteY14" fmla="*/ 432394 h 433688"/>
                  <a:gd name="connsiteX15" fmla="*/ 103080 w 250704"/>
                  <a:gd name="connsiteY15" fmla="*/ 428955 h 433688"/>
                  <a:gd name="connsiteX16" fmla="*/ 99642 w 250704"/>
                  <a:gd name="connsiteY16" fmla="*/ 415932 h 433688"/>
                  <a:gd name="connsiteX17" fmla="*/ 99428 w 250704"/>
                  <a:gd name="connsiteY17" fmla="*/ 415811 h 433688"/>
                  <a:gd name="connsiteX18" fmla="*/ 36735 w 250704"/>
                  <a:gd name="connsiteY18" fmla="*/ 380359 h 433688"/>
                  <a:gd name="connsiteX19" fmla="*/ 36735 w 250704"/>
                  <a:gd name="connsiteY19" fmla="*/ 380187 h 433688"/>
                  <a:gd name="connsiteX20" fmla="*/ 250704 w 250704"/>
                  <a:gd name="connsiteY20" fmla="*/ 110992 h 43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0704" h="433688">
                    <a:moveTo>
                      <a:pt x="250704" y="110992"/>
                    </a:moveTo>
                    <a:cubicBezTo>
                      <a:pt x="250768" y="74944"/>
                      <a:pt x="243738" y="39236"/>
                      <a:pt x="230016" y="5902"/>
                    </a:cubicBezTo>
                    <a:cubicBezTo>
                      <a:pt x="228012" y="1036"/>
                      <a:pt x="222443" y="-1283"/>
                      <a:pt x="217576" y="721"/>
                    </a:cubicBezTo>
                    <a:cubicBezTo>
                      <a:pt x="212710" y="2725"/>
                      <a:pt x="210391" y="8294"/>
                      <a:pt x="212395" y="13160"/>
                    </a:cubicBezTo>
                    <a:cubicBezTo>
                      <a:pt x="266340" y="144647"/>
                      <a:pt x="203481" y="294971"/>
                      <a:pt x="71994" y="348917"/>
                    </a:cubicBezTo>
                    <a:cubicBezTo>
                      <a:pt x="57829" y="354729"/>
                      <a:pt x="43173" y="359264"/>
                      <a:pt x="28200" y="362471"/>
                    </a:cubicBezTo>
                    <a:cubicBezTo>
                      <a:pt x="28076" y="362471"/>
                      <a:pt x="28029" y="362471"/>
                      <a:pt x="28086" y="362328"/>
                    </a:cubicBezTo>
                    <a:lnTo>
                      <a:pt x="66072" y="295176"/>
                    </a:lnTo>
                    <a:cubicBezTo>
                      <a:pt x="68978" y="290792"/>
                      <a:pt x="67779" y="284881"/>
                      <a:pt x="63395" y="281975"/>
                    </a:cubicBezTo>
                    <a:cubicBezTo>
                      <a:pt x="59011" y="279068"/>
                      <a:pt x="53100" y="280267"/>
                      <a:pt x="50194" y="284651"/>
                    </a:cubicBezTo>
                    <a:cubicBezTo>
                      <a:pt x="49939" y="285034"/>
                      <a:pt x="49713" y="285435"/>
                      <a:pt x="49517" y="285851"/>
                    </a:cubicBezTo>
                    <a:lnTo>
                      <a:pt x="1235" y="371224"/>
                    </a:lnTo>
                    <a:cubicBezTo>
                      <a:pt x="-1354" y="375804"/>
                      <a:pt x="260" y="381615"/>
                      <a:pt x="4839" y="384204"/>
                    </a:cubicBezTo>
                    <a:cubicBezTo>
                      <a:pt x="4841" y="384205"/>
                      <a:pt x="4843" y="384206"/>
                      <a:pt x="4845" y="384207"/>
                    </a:cubicBezTo>
                    <a:lnTo>
                      <a:pt x="90056" y="432394"/>
                    </a:lnTo>
                    <a:cubicBezTo>
                      <a:pt x="94602" y="435041"/>
                      <a:pt x="100433" y="433501"/>
                      <a:pt x="103080" y="428955"/>
                    </a:cubicBezTo>
                    <a:cubicBezTo>
                      <a:pt x="105727" y="424410"/>
                      <a:pt x="104188" y="418579"/>
                      <a:pt x="99642" y="415932"/>
                    </a:cubicBezTo>
                    <a:cubicBezTo>
                      <a:pt x="99571" y="415891"/>
                      <a:pt x="99500" y="415850"/>
                      <a:pt x="99428" y="415811"/>
                    </a:cubicBezTo>
                    <a:lnTo>
                      <a:pt x="36735" y="380359"/>
                    </a:lnTo>
                    <a:cubicBezTo>
                      <a:pt x="36620" y="380292"/>
                      <a:pt x="36639" y="380216"/>
                      <a:pt x="36735" y="380187"/>
                    </a:cubicBezTo>
                    <a:cubicBezTo>
                      <a:pt x="161784" y="350821"/>
                      <a:pt x="250313" y="239442"/>
                      <a:pt x="250704" y="11099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A2C33AEC-86BE-EADF-F9AF-16BE8646B654}"/>
                  </a:ext>
                </a:extLst>
              </p:cNvPr>
              <p:cNvSpPr/>
              <p:nvPr/>
            </p:nvSpPr>
            <p:spPr>
              <a:xfrm>
                <a:off x="9564570" y="5076567"/>
                <a:ext cx="315026" cy="385466"/>
              </a:xfrm>
              <a:custGeom>
                <a:avLst/>
                <a:gdLst>
                  <a:gd name="connsiteX0" fmla="*/ 306704 w 315026"/>
                  <a:gd name="connsiteY0" fmla="*/ 366474 h 385466"/>
                  <a:gd name="connsiteX1" fmla="*/ 212349 w 315026"/>
                  <a:gd name="connsiteY1" fmla="*/ 334241 h 385466"/>
                  <a:gd name="connsiteX2" fmla="*/ 96220 w 315026"/>
                  <a:gd name="connsiteY2" fmla="*/ 32518 h 385466"/>
                  <a:gd name="connsiteX3" fmla="*/ 96392 w 315026"/>
                  <a:gd name="connsiteY3" fmla="*/ 32518 h 385466"/>
                  <a:gd name="connsiteX4" fmla="*/ 135397 w 315026"/>
                  <a:gd name="connsiteY4" fmla="*/ 98964 h 385466"/>
                  <a:gd name="connsiteX5" fmla="*/ 148441 w 315026"/>
                  <a:gd name="connsiteY5" fmla="*/ 102341 h 385466"/>
                  <a:gd name="connsiteX6" fmla="*/ 151818 w 315026"/>
                  <a:gd name="connsiteY6" fmla="*/ 89297 h 385466"/>
                  <a:gd name="connsiteX7" fmla="*/ 102173 w 315026"/>
                  <a:gd name="connsiteY7" fmla="*/ 4705 h 385466"/>
                  <a:gd name="connsiteX8" fmla="*/ 89137 w 315026"/>
                  <a:gd name="connsiteY8" fmla="*/ 1312 h 385466"/>
                  <a:gd name="connsiteX9" fmla="*/ 89134 w 315026"/>
                  <a:gd name="connsiteY9" fmla="*/ 1314 h 385466"/>
                  <a:gd name="connsiteX10" fmla="*/ 4704 w 315026"/>
                  <a:gd name="connsiteY10" fmla="*/ 50844 h 385466"/>
                  <a:gd name="connsiteX11" fmla="*/ 1313 w 315026"/>
                  <a:gd name="connsiteY11" fmla="*/ 63884 h 385466"/>
                  <a:gd name="connsiteX12" fmla="*/ 14353 w 315026"/>
                  <a:gd name="connsiteY12" fmla="*/ 67275 h 385466"/>
                  <a:gd name="connsiteX13" fmla="*/ 76589 w 315026"/>
                  <a:gd name="connsiteY13" fmla="*/ 30746 h 385466"/>
                  <a:gd name="connsiteX14" fmla="*/ 76723 w 315026"/>
                  <a:gd name="connsiteY14" fmla="*/ 30851 h 385466"/>
                  <a:gd name="connsiteX15" fmla="*/ 260592 w 315026"/>
                  <a:gd name="connsiteY15" fmla="*/ 375866 h 385466"/>
                  <a:gd name="connsiteX16" fmla="*/ 304170 w 315026"/>
                  <a:gd name="connsiteY16" fmla="*/ 385381 h 385466"/>
                  <a:gd name="connsiteX17" fmla="*/ 305456 w 315026"/>
                  <a:gd name="connsiteY17" fmla="*/ 385467 h 385466"/>
                  <a:gd name="connsiteX18" fmla="*/ 315027 w 315026"/>
                  <a:gd name="connsiteY18" fmla="*/ 375989 h 385466"/>
                  <a:gd name="connsiteX19" fmla="*/ 306704 w 315026"/>
                  <a:gd name="connsiteY19" fmla="*/ 366493 h 385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5026" h="385466">
                    <a:moveTo>
                      <a:pt x="306704" y="366474"/>
                    </a:moveTo>
                    <a:cubicBezTo>
                      <a:pt x="273440" y="362030"/>
                      <a:pt x="241379" y="351077"/>
                      <a:pt x="212349" y="334241"/>
                    </a:cubicBezTo>
                    <a:cubicBezTo>
                      <a:pt x="107665" y="273352"/>
                      <a:pt x="59373" y="147881"/>
                      <a:pt x="96220" y="32518"/>
                    </a:cubicBezTo>
                    <a:cubicBezTo>
                      <a:pt x="96220" y="32404"/>
                      <a:pt x="96335" y="32394"/>
                      <a:pt x="96392" y="32518"/>
                    </a:cubicBezTo>
                    <a:lnTo>
                      <a:pt x="135397" y="98964"/>
                    </a:lnTo>
                    <a:cubicBezTo>
                      <a:pt x="138066" y="103499"/>
                      <a:pt x="143906" y="105011"/>
                      <a:pt x="148441" y="102341"/>
                    </a:cubicBezTo>
                    <a:cubicBezTo>
                      <a:pt x="152976" y="99671"/>
                      <a:pt x="154488" y="93831"/>
                      <a:pt x="151818" y="89297"/>
                    </a:cubicBezTo>
                    <a:lnTo>
                      <a:pt x="102173" y="4705"/>
                    </a:lnTo>
                    <a:cubicBezTo>
                      <a:pt x="99510" y="168"/>
                      <a:pt x="93674" y="-1351"/>
                      <a:pt x="89137" y="1312"/>
                    </a:cubicBezTo>
                    <a:cubicBezTo>
                      <a:pt x="89136" y="1312"/>
                      <a:pt x="89135" y="1313"/>
                      <a:pt x="89134" y="1314"/>
                    </a:cubicBezTo>
                    <a:lnTo>
                      <a:pt x="4704" y="50844"/>
                    </a:lnTo>
                    <a:cubicBezTo>
                      <a:pt x="167" y="53508"/>
                      <a:pt x="-1351" y="59347"/>
                      <a:pt x="1313" y="63884"/>
                    </a:cubicBezTo>
                    <a:cubicBezTo>
                      <a:pt x="3977" y="68421"/>
                      <a:pt x="9816" y="69939"/>
                      <a:pt x="14353" y="67275"/>
                    </a:cubicBezTo>
                    <a:lnTo>
                      <a:pt x="76589" y="30746"/>
                    </a:lnTo>
                    <a:cubicBezTo>
                      <a:pt x="76703" y="30680"/>
                      <a:pt x="76761" y="30746"/>
                      <a:pt x="76723" y="30851"/>
                    </a:cubicBezTo>
                    <a:cubicBezTo>
                      <a:pt x="32224" y="176898"/>
                      <a:pt x="114544" y="331367"/>
                      <a:pt x="260592" y="375866"/>
                    </a:cubicBezTo>
                    <a:cubicBezTo>
                      <a:pt x="274838" y="380206"/>
                      <a:pt x="289411" y="383389"/>
                      <a:pt x="304170" y="385381"/>
                    </a:cubicBezTo>
                    <a:cubicBezTo>
                      <a:pt x="304596" y="385438"/>
                      <a:pt x="305026" y="385467"/>
                      <a:pt x="305456" y="385467"/>
                    </a:cubicBezTo>
                    <a:cubicBezTo>
                      <a:pt x="310717" y="385493"/>
                      <a:pt x="315002" y="381248"/>
                      <a:pt x="315027" y="375989"/>
                    </a:cubicBezTo>
                    <a:cubicBezTo>
                      <a:pt x="315050" y="371175"/>
                      <a:pt x="311479" y="367101"/>
                      <a:pt x="306704" y="3664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1F5C2342-7493-C3BD-0ED5-EFF029005A2E}"/>
                  </a:ext>
                </a:extLst>
              </p:cNvPr>
              <p:cNvSpPr/>
              <p:nvPr/>
            </p:nvSpPr>
            <p:spPr>
              <a:xfrm>
                <a:off x="9684774" y="4912083"/>
                <a:ext cx="442235" cy="123011"/>
              </a:xfrm>
              <a:custGeom>
                <a:avLst/>
                <a:gdLst>
                  <a:gd name="connsiteX0" fmla="*/ 411213 w 442235"/>
                  <a:gd name="connsiteY0" fmla="*/ 103419 h 123011"/>
                  <a:gd name="connsiteX1" fmla="*/ 411146 w 442235"/>
                  <a:gd name="connsiteY1" fmla="*/ 103581 h 123011"/>
                  <a:gd name="connsiteX2" fmla="*/ 334556 w 442235"/>
                  <a:gd name="connsiteY2" fmla="*/ 103962 h 123011"/>
                  <a:gd name="connsiteX3" fmla="*/ 325055 w 442235"/>
                  <a:gd name="connsiteY3" fmla="*/ 113511 h 123011"/>
                  <a:gd name="connsiteX4" fmla="*/ 334604 w 442235"/>
                  <a:gd name="connsiteY4" fmla="*/ 123012 h 123011"/>
                  <a:gd name="connsiteX5" fmla="*/ 334604 w 442235"/>
                  <a:gd name="connsiteY5" fmla="*/ 123012 h 123011"/>
                  <a:gd name="connsiteX6" fmla="*/ 432711 w 442235"/>
                  <a:gd name="connsiteY6" fmla="*/ 122526 h 123011"/>
                  <a:gd name="connsiteX7" fmla="*/ 442236 w 442235"/>
                  <a:gd name="connsiteY7" fmla="*/ 113001 h 123011"/>
                  <a:gd name="connsiteX8" fmla="*/ 441722 w 442235"/>
                  <a:gd name="connsiteY8" fmla="*/ 15065 h 123011"/>
                  <a:gd name="connsiteX9" fmla="*/ 432936 w 442235"/>
                  <a:gd name="connsiteY9" fmla="*/ 5540 h 123011"/>
                  <a:gd name="connsiteX10" fmla="*/ 432197 w 442235"/>
                  <a:gd name="connsiteY10" fmla="*/ 5540 h 123011"/>
                  <a:gd name="connsiteX11" fmla="*/ 422672 w 442235"/>
                  <a:gd name="connsiteY11" fmla="*/ 15065 h 123011"/>
                  <a:gd name="connsiteX12" fmla="*/ 422672 w 442235"/>
                  <a:gd name="connsiteY12" fmla="*/ 15113 h 123011"/>
                  <a:gd name="connsiteX13" fmla="*/ 423034 w 442235"/>
                  <a:gd name="connsiteY13" fmla="*/ 87607 h 123011"/>
                  <a:gd name="connsiteX14" fmla="*/ 422872 w 442235"/>
                  <a:gd name="connsiteY14" fmla="*/ 87674 h 123011"/>
                  <a:gd name="connsiteX15" fmla="*/ 82610 w 442235"/>
                  <a:gd name="connsiteY15" fmla="*/ 36725 h 123011"/>
                  <a:gd name="connsiteX16" fmla="*/ 1952 w 442235"/>
                  <a:gd name="connsiteY16" fmla="*/ 107210 h 123011"/>
                  <a:gd name="connsiteX17" fmla="*/ 3749 w 442235"/>
                  <a:gd name="connsiteY17" fmla="*/ 120560 h 123011"/>
                  <a:gd name="connsiteX18" fmla="*/ 17040 w 442235"/>
                  <a:gd name="connsiteY18" fmla="*/ 118840 h 123011"/>
                  <a:gd name="connsiteX19" fmla="*/ 92135 w 442235"/>
                  <a:gd name="connsiteY19" fmla="*/ 53251 h 123011"/>
                  <a:gd name="connsiteX20" fmla="*/ 411213 w 442235"/>
                  <a:gd name="connsiteY20" fmla="*/ 103419 h 123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2235" h="123011">
                    <a:moveTo>
                      <a:pt x="411213" y="103419"/>
                    </a:moveTo>
                    <a:cubicBezTo>
                      <a:pt x="411299" y="103505"/>
                      <a:pt x="411270" y="103581"/>
                      <a:pt x="411146" y="103581"/>
                    </a:cubicBezTo>
                    <a:lnTo>
                      <a:pt x="334556" y="103962"/>
                    </a:lnTo>
                    <a:cubicBezTo>
                      <a:pt x="329295" y="103975"/>
                      <a:pt x="325041" y="108250"/>
                      <a:pt x="325055" y="113511"/>
                    </a:cubicBezTo>
                    <a:cubicBezTo>
                      <a:pt x="325068" y="118771"/>
                      <a:pt x="329343" y="123025"/>
                      <a:pt x="334604" y="123012"/>
                    </a:cubicBezTo>
                    <a:lnTo>
                      <a:pt x="334604" y="123012"/>
                    </a:lnTo>
                    <a:lnTo>
                      <a:pt x="432711" y="122526"/>
                    </a:lnTo>
                    <a:cubicBezTo>
                      <a:pt x="437972" y="122526"/>
                      <a:pt x="442236" y="118262"/>
                      <a:pt x="442236" y="113001"/>
                    </a:cubicBezTo>
                    <a:lnTo>
                      <a:pt x="441722" y="15065"/>
                    </a:lnTo>
                    <a:cubicBezTo>
                      <a:pt x="441926" y="10008"/>
                      <a:pt x="437992" y="5744"/>
                      <a:pt x="432936" y="5540"/>
                    </a:cubicBezTo>
                    <a:cubicBezTo>
                      <a:pt x="432689" y="5530"/>
                      <a:pt x="432442" y="5530"/>
                      <a:pt x="432197" y="5540"/>
                    </a:cubicBezTo>
                    <a:cubicBezTo>
                      <a:pt x="426936" y="5540"/>
                      <a:pt x="422672" y="9804"/>
                      <a:pt x="422672" y="15065"/>
                    </a:cubicBezTo>
                    <a:cubicBezTo>
                      <a:pt x="422672" y="15081"/>
                      <a:pt x="422672" y="15096"/>
                      <a:pt x="422672" y="15113"/>
                    </a:cubicBezTo>
                    <a:lnTo>
                      <a:pt x="423034" y="87607"/>
                    </a:lnTo>
                    <a:cubicBezTo>
                      <a:pt x="423034" y="87741"/>
                      <a:pt x="422967" y="87769"/>
                      <a:pt x="422872" y="87674"/>
                    </a:cubicBezTo>
                    <a:cubicBezTo>
                      <a:pt x="334959" y="-6101"/>
                      <a:pt x="194135" y="-27187"/>
                      <a:pt x="82610" y="36725"/>
                    </a:cubicBezTo>
                    <a:cubicBezTo>
                      <a:pt x="51358" y="54697"/>
                      <a:pt x="23950" y="78647"/>
                      <a:pt x="1952" y="107210"/>
                    </a:cubicBezTo>
                    <a:cubicBezTo>
                      <a:pt x="-1238" y="111392"/>
                      <a:pt x="-434" y="117369"/>
                      <a:pt x="3749" y="120560"/>
                    </a:cubicBezTo>
                    <a:cubicBezTo>
                      <a:pt x="7902" y="123727"/>
                      <a:pt x="13830" y="122960"/>
                      <a:pt x="17040" y="118840"/>
                    </a:cubicBezTo>
                    <a:cubicBezTo>
                      <a:pt x="37522" y="92257"/>
                      <a:pt x="63039" y="69970"/>
                      <a:pt x="92135" y="53251"/>
                    </a:cubicBezTo>
                    <a:cubicBezTo>
                      <a:pt x="197105" y="-6887"/>
                      <a:pt x="329762" y="13971"/>
                      <a:pt x="411213" y="10341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3" name="Graphic 224" descr="Arrow circle outline">
              <a:extLst>
                <a:ext uri="{FF2B5EF4-FFF2-40B4-BE49-F238E27FC236}">
                  <a16:creationId xmlns:a16="http://schemas.microsoft.com/office/drawing/2014/main" id="{28BA6DC1-30C5-866C-394C-34901DD349AC}"/>
                </a:ext>
              </a:extLst>
            </p:cNvPr>
            <p:cNvGrpSpPr/>
            <p:nvPr/>
          </p:nvGrpSpPr>
          <p:grpSpPr>
            <a:xfrm>
              <a:off x="3948871" y="2669852"/>
              <a:ext cx="409427" cy="421497"/>
              <a:chOff x="9564570" y="4912083"/>
              <a:chExt cx="617095" cy="598785"/>
            </a:xfrm>
            <a:solidFill>
              <a:srgbClr val="000000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AE2B4AAC-8B33-DD4A-8203-1444F1471EEA}"/>
                  </a:ext>
                </a:extLst>
              </p:cNvPr>
              <p:cNvSpPr/>
              <p:nvPr/>
            </p:nvSpPr>
            <p:spPr>
              <a:xfrm>
                <a:off x="9930960" y="5077180"/>
                <a:ext cx="250704" cy="433688"/>
              </a:xfrm>
              <a:custGeom>
                <a:avLst/>
                <a:gdLst>
                  <a:gd name="connsiteX0" fmla="*/ 250704 w 250704"/>
                  <a:gd name="connsiteY0" fmla="*/ 110992 h 433688"/>
                  <a:gd name="connsiteX1" fmla="*/ 230016 w 250704"/>
                  <a:gd name="connsiteY1" fmla="*/ 5902 h 433688"/>
                  <a:gd name="connsiteX2" fmla="*/ 217576 w 250704"/>
                  <a:gd name="connsiteY2" fmla="*/ 721 h 433688"/>
                  <a:gd name="connsiteX3" fmla="*/ 212395 w 250704"/>
                  <a:gd name="connsiteY3" fmla="*/ 13160 h 433688"/>
                  <a:gd name="connsiteX4" fmla="*/ 71994 w 250704"/>
                  <a:gd name="connsiteY4" fmla="*/ 348917 h 433688"/>
                  <a:gd name="connsiteX5" fmla="*/ 28200 w 250704"/>
                  <a:gd name="connsiteY5" fmla="*/ 362471 h 433688"/>
                  <a:gd name="connsiteX6" fmla="*/ 28086 w 250704"/>
                  <a:gd name="connsiteY6" fmla="*/ 362328 h 433688"/>
                  <a:gd name="connsiteX7" fmla="*/ 66072 w 250704"/>
                  <a:gd name="connsiteY7" fmla="*/ 295176 h 433688"/>
                  <a:gd name="connsiteX8" fmla="*/ 63395 w 250704"/>
                  <a:gd name="connsiteY8" fmla="*/ 281975 h 433688"/>
                  <a:gd name="connsiteX9" fmla="*/ 50194 w 250704"/>
                  <a:gd name="connsiteY9" fmla="*/ 284651 h 433688"/>
                  <a:gd name="connsiteX10" fmla="*/ 49517 w 250704"/>
                  <a:gd name="connsiteY10" fmla="*/ 285851 h 433688"/>
                  <a:gd name="connsiteX11" fmla="*/ 1235 w 250704"/>
                  <a:gd name="connsiteY11" fmla="*/ 371224 h 433688"/>
                  <a:gd name="connsiteX12" fmla="*/ 4839 w 250704"/>
                  <a:gd name="connsiteY12" fmla="*/ 384204 h 433688"/>
                  <a:gd name="connsiteX13" fmla="*/ 4845 w 250704"/>
                  <a:gd name="connsiteY13" fmla="*/ 384207 h 433688"/>
                  <a:gd name="connsiteX14" fmla="*/ 90056 w 250704"/>
                  <a:gd name="connsiteY14" fmla="*/ 432394 h 433688"/>
                  <a:gd name="connsiteX15" fmla="*/ 103080 w 250704"/>
                  <a:gd name="connsiteY15" fmla="*/ 428955 h 433688"/>
                  <a:gd name="connsiteX16" fmla="*/ 99642 w 250704"/>
                  <a:gd name="connsiteY16" fmla="*/ 415932 h 433688"/>
                  <a:gd name="connsiteX17" fmla="*/ 99428 w 250704"/>
                  <a:gd name="connsiteY17" fmla="*/ 415811 h 433688"/>
                  <a:gd name="connsiteX18" fmla="*/ 36735 w 250704"/>
                  <a:gd name="connsiteY18" fmla="*/ 380359 h 433688"/>
                  <a:gd name="connsiteX19" fmla="*/ 36735 w 250704"/>
                  <a:gd name="connsiteY19" fmla="*/ 380187 h 433688"/>
                  <a:gd name="connsiteX20" fmla="*/ 250704 w 250704"/>
                  <a:gd name="connsiteY20" fmla="*/ 110992 h 43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0704" h="433688">
                    <a:moveTo>
                      <a:pt x="250704" y="110992"/>
                    </a:moveTo>
                    <a:cubicBezTo>
                      <a:pt x="250768" y="74944"/>
                      <a:pt x="243738" y="39236"/>
                      <a:pt x="230016" y="5902"/>
                    </a:cubicBezTo>
                    <a:cubicBezTo>
                      <a:pt x="228012" y="1036"/>
                      <a:pt x="222443" y="-1283"/>
                      <a:pt x="217576" y="721"/>
                    </a:cubicBezTo>
                    <a:cubicBezTo>
                      <a:pt x="212710" y="2725"/>
                      <a:pt x="210391" y="8294"/>
                      <a:pt x="212395" y="13160"/>
                    </a:cubicBezTo>
                    <a:cubicBezTo>
                      <a:pt x="266340" y="144647"/>
                      <a:pt x="203481" y="294971"/>
                      <a:pt x="71994" y="348917"/>
                    </a:cubicBezTo>
                    <a:cubicBezTo>
                      <a:pt x="57829" y="354729"/>
                      <a:pt x="43173" y="359264"/>
                      <a:pt x="28200" y="362471"/>
                    </a:cubicBezTo>
                    <a:cubicBezTo>
                      <a:pt x="28076" y="362471"/>
                      <a:pt x="28029" y="362471"/>
                      <a:pt x="28086" y="362328"/>
                    </a:cubicBezTo>
                    <a:lnTo>
                      <a:pt x="66072" y="295176"/>
                    </a:lnTo>
                    <a:cubicBezTo>
                      <a:pt x="68978" y="290792"/>
                      <a:pt x="67779" y="284881"/>
                      <a:pt x="63395" y="281975"/>
                    </a:cubicBezTo>
                    <a:cubicBezTo>
                      <a:pt x="59011" y="279068"/>
                      <a:pt x="53100" y="280267"/>
                      <a:pt x="50194" y="284651"/>
                    </a:cubicBezTo>
                    <a:cubicBezTo>
                      <a:pt x="49939" y="285034"/>
                      <a:pt x="49713" y="285435"/>
                      <a:pt x="49517" y="285851"/>
                    </a:cubicBezTo>
                    <a:lnTo>
                      <a:pt x="1235" y="371224"/>
                    </a:lnTo>
                    <a:cubicBezTo>
                      <a:pt x="-1354" y="375804"/>
                      <a:pt x="260" y="381615"/>
                      <a:pt x="4839" y="384204"/>
                    </a:cubicBezTo>
                    <a:cubicBezTo>
                      <a:pt x="4841" y="384205"/>
                      <a:pt x="4843" y="384206"/>
                      <a:pt x="4845" y="384207"/>
                    </a:cubicBezTo>
                    <a:lnTo>
                      <a:pt x="90056" y="432394"/>
                    </a:lnTo>
                    <a:cubicBezTo>
                      <a:pt x="94602" y="435041"/>
                      <a:pt x="100433" y="433501"/>
                      <a:pt x="103080" y="428955"/>
                    </a:cubicBezTo>
                    <a:cubicBezTo>
                      <a:pt x="105727" y="424410"/>
                      <a:pt x="104188" y="418579"/>
                      <a:pt x="99642" y="415932"/>
                    </a:cubicBezTo>
                    <a:cubicBezTo>
                      <a:pt x="99571" y="415891"/>
                      <a:pt x="99500" y="415850"/>
                      <a:pt x="99428" y="415811"/>
                    </a:cubicBezTo>
                    <a:lnTo>
                      <a:pt x="36735" y="380359"/>
                    </a:lnTo>
                    <a:cubicBezTo>
                      <a:pt x="36620" y="380292"/>
                      <a:pt x="36639" y="380216"/>
                      <a:pt x="36735" y="380187"/>
                    </a:cubicBezTo>
                    <a:cubicBezTo>
                      <a:pt x="161784" y="350821"/>
                      <a:pt x="250313" y="239442"/>
                      <a:pt x="250704" y="11099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9DCEE5BC-0476-800E-02A9-9F8D7D71688D}"/>
                  </a:ext>
                </a:extLst>
              </p:cNvPr>
              <p:cNvSpPr/>
              <p:nvPr/>
            </p:nvSpPr>
            <p:spPr>
              <a:xfrm>
                <a:off x="9564570" y="5076567"/>
                <a:ext cx="315026" cy="385466"/>
              </a:xfrm>
              <a:custGeom>
                <a:avLst/>
                <a:gdLst>
                  <a:gd name="connsiteX0" fmla="*/ 306704 w 315026"/>
                  <a:gd name="connsiteY0" fmla="*/ 366474 h 385466"/>
                  <a:gd name="connsiteX1" fmla="*/ 212349 w 315026"/>
                  <a:gd name="connsiteY1" fmla="*/ 334241 h 385466"/>
                  <a:gd name="connsiteX2" fmla="*/ 96220 w 315026"/>
                  <a:gd name="connsiteY2" fmla="*/ 32518 h 385466"/>
                  <a:gd name="connsiteX3" fmla="*/ 96392 w 315026"/>
                  <a:gd name="connsiteY3" fmla="*/ 32518 h 385466"/>
                  <a:gd name="connsiteX4" fmla="*/ 135397 w 315026"/>
                  <a:gd name="connsiteY4" fmla="*/ 98964 h 385466"/>
                  <a:gd name="connsiteX5" fmla="*/ 148441 w 315026"/>
                  <a:gd name="connsiteY5" fmla="*/ 102341 h 385466"/>
                  <a:gd name="connsiteX6" fmla="*/ 151818 w 315026"/>
                  <a:gd name="connsiteY6" fmla="*/ 89297 h 385466"/>
                  <a:gd name="connsiteX7" fmla="*/ 102173 w 315026"/>
                  <a:gd name="connsiteY7" fmla="*/ 4705 h 385466"/>
                  <a:gd name="connsiteX8" fmla="*/ 89137 w 315026"/>
                  <a:gd name="connsiteY8" fmla="*/ 1312 h 385466"/>
                  <a:gd name="connsiteX9" fmla="*/ 89134 w 315026"/>
                  <a:gd name="connsiteY9" fmla="*/ 1314 h 385466"/>
                  <a:gd name="connsiteX10" fmla="*/ 4704 w 315026"/>
                  <a:gd name="connsiteY10" fmla="*/ 50844 h 385466"/>
                  <a:gd name="connsiteX11" fmla="*/ 1313 w 315026"/>
                  <a:gd name="connsiteY11" fmla="*/ 63884 h 385466"/>
                  <a:gd name="connsiteX12" fmla="*/ 14353 w 315026"/>
                  <a:gd name="connsiteY12" fmla="*/ 67275 h 385466"/>
                  <a:gd name="connsiteX13" fmla="*/ 76589 w 315026"/>
                  <a:gd name="connsiteY13" fmla="*/ 30746 h 385466"/>
                  <a:gd name="connsiteX14" fmla="*/ 76723 w 315026"/>
                  <a:gd name="connsiteY14" fmla="*/ 30851 h 385466"/>
                  <a:gd name="connsiteX15" fmla="*/ 260592 w 315026"/>
                  <a:gd name="connsiteY15" fmla="*/ 375866 h 385466"/>
                  <a:gd name="connsiteX16" fmla="*/ 304170 w 315026"/>
                  <a:gd name="connsiteY16" fmla="*/ 385381 h 385466"/>
                  <a:gd name="connsiteX17" fmla="*/ 305456 w 315026"/>
                  <a:gd name="connsiteY17" fmla="*/ 385467 h 385466"/>
                  <a:gd name="connsiteX18" fmla="*/ 315027 w 315026"/>
                  <a:gd name="connsiteY18" fmla="*/ 375989 h 385466"/>
                  <a:gd name="connsiteX19" fmla="*/ 306704 w 315026"/>
                  <a:gd name="connsiteY19" fmla="*/ 366493 h 385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5026" h="385466">
                    <a:moveTo>
                      <a:pt x="306704" y="366474"/>
                    </a:moveTo>
                    <a:cubicBezTo>
                      <a:pt x="273440" y="362030"/>
                      <a:pt x="241379" y="351077"/>
                      <a:pt x="212349" y="334241"/>
                    </a:cubicBezTo>
                    <a:cubicBezTo>
                      <a:pt x="107665" y="273352"/>
                      <a:pt x="59373" y="147881"/>
                      <a:pt x="96220" y="32518"/>
                    </a:cubicBezTo>
                    <a:cubicBezTo>
                      <a:pt x="96220" y="32404"/>
                      <a:pt x="96335" y="32394"/>
                      <a:pt x="96392" y="32518"/>
                    </a:cubicBezTo>
                    <a:lnTo>
                      <a:pt x="135397" y="98964"/>
                    </a:lnTo>
                    <a:cubicBezTo>
                      <a:pt x="138066" y="103499"/>
                      <a:pt x="143906" y="105011"/>
                      <a:pt x="148441" y="102341"/>
                    </a:cubicBezTo>
                    <a:cubicBezTo>
                      <a:pt x="152976" y="99671"/>
                      <a:pt x="154488" y="93831"/>
                      <a:pt x="151818" y="89297"/>
                    </a:cubicBezTo>
                    <a:lnTo>
                      <a:pt x="102173" y="4705"/>
                    </a:lnTo>
                    <a:cubicBezTo>
                      <a:pt x="99510" y="168"/>
                      <a:pt x="93674" y="-1351"/>
                      <a:pt x="89137" y="1312"/>
                    </a:cubicBezTo>
                    <a:cubicBezTo>
                      <a:pt x="89136" y="1312"/>
                      <a:pt x="89135" y="1313"/>
                      <a:pt x="89134" y="1314"/>
                    </a:cubicBezTo>
                    <a:lnTo>
                      <a:pt x="4704" y="50844"/>
                    </a:lnTo>
                    <a:cubicBezTo>
                      <a:pt x="167" y="53508"/>
                      <a:pt x="-1351" y="59347"/>
                      <a:pt x="1313" y="63884"/>
                    </a:cubicBezTo>
                    <a:cubicBezTo>
                      <a:pt x="3977" y="68421"/>
                      <a:pt x="9816" y="69939"/>
                      <a:pt x="14353" y="67275"/>
                    </a:cubicBezTo>
                    <a:lnTo>
                      <a:pt x="76589" y="30746"/>
                    </a:lnTo>
                    <a:cubicBezTo>
                      <a:pt x="76703" y="30680"/>
                      <a:pt x="76761" y="30746"/>
                      <a:pt x="76723" y="30851"/>
                    </a:cubicBezTo>
                    <a:cubicBezTo>
                      <a:pt x="32224" y="176898"/>
                      <a:pt x="114544" y="331367"/>
                      <a:pt x="260592" y="375866"/>
                    </a:cubicBezTo>
                    <a:cubicBezTo>
                      <a:pt x="274838" y="380206"/>
                      <a:pt x="289411" y="383389"/>
                      <a:pt x="304170" y="385381"/>
                    </a:cubicBezTo>
                    <a:cubicBezTo>
                      <a:pt x="304596" y="385438"/>
                      <a:pt x="305026" y="385467"/>
                      <a:pt x="305456" y="385467"/>
                    </a:cubicBezTo>
                    <a:cubicBezTo>
                      <a:pt x="310717" y="385493"/>
                      <a:pt x="315002" y="381248"/>
                      <a:pt x="315027" y="375989"/>
                    </a:cubicBezTo>
                    <a:cubicBezTo>
                      <a:pt x="315050" y="371175"/>
                      <a:pt x="311479" y="367101"/>
                      <a:pt x="306704" y="3664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216F27E-2DCF-DCBE-80D5-C641D56C29FF}"/>
                  </a:ext>
                </a:extLst>
              </p:cNvPr>
              <p:cNvSpPr/>
              <p:nvPr/>
            </p:nvSpPr>
            <p:spPr>
              <a:xfrm>
                <a:off x="9684774" y="4912083"/>
                <a:ext cx="442235" cy="123011"/>
              </a:xfrm>
              <a:custGeom>
                <a:avLst/>
                <a:gdLst>
                  <a:gd name="connsiteX0" fmla="*/ 411213 w 442235"/>
                  <a:gd name="connsiteY0" fmla="*/ 103419 h 123011"/>
                  <a:gd name="connsiteX1" fmla="*/ 411146 w 442235"/>
                  <a:gd name="connsiteY1" fmla="*/ 103581 h 123011"/>
                  <a:gd name="connsiteX2" fmla="*/ 334556 w 442235"/>
                  <a:gd name="connsiteY2" fmla="*/ 103962 h 123011"/>
                  <a:gd name="connsiteX3" fmla="*/ 325055 w 442235"/>
                  <a:gd name="connsiteY3" fmla="*/ 113511 h 123011"/>
                  <a:gd name="connsiteX4" fmla="*/ 334604 w 442235"/>
                  <a:gd name="connsiteY4" fmla="*/ 123012 h 123011"/>
                  <a:gd name="connsiteX5" fmla="*/ 334604 w 442235"/>
                  <a:gd name="connsiteY5" fmla="*/ 123012 h 123011"/>
                  <a:gd name="connsiteX6" fmla="*/ 432711 w 442235"/>
                  <a:gd name="connsiteY6" fmla="*/ 122526 h 123011"/>
                  <a:gd name="connsiteX7" fmla="*/ 442236 w 442235"/>
                  <a:gd name="connsiteY7" fmla="*/ 113001 h 123011"/>
                  <a:gd name="connsiteX8" fmla="*/ 441722 w 442235"/>
                  <a:gd name="connsiteY8" fmla="*/ 15065 h 123011"/>
                  <a:gd name="connsiteX9" fmla="*/ 432936 w 442235"/>
                  <a:gd name="connsiteY9" fmla="*/ 5540 h 123011"/>
                  <a:gd name="connsiteX10" fmla="*/ 432197 w 442235"/>
                  <a:gd name="connsiteY10" fmla="*/ 5540 h 123011"/>
                  <a:gd name="connsiteX11" fmla="*/ 422672 w 442235"/>
                  <a:gd name="connsiteY11" fmla="*/ 15065 h 123011"/>
                  <a:gd name="connsiteX12" fmla="*/ 422672 w 442235"/>
                  <a:gd name="connsiteY12" fmla="*/ 15113 h 123011"/>
                  <a:gd name="connsiteX13" fmla="*/ 423034 w 442235"/>
                  <a:gd name="connsiteY13" fmla="*/ 87607 h 123011"/>
                  <a:gd name="connsiteX14" fmla="*/ 422872 w 442235"/>
                  <a:gd name="connsiteY14" fmla="*/ 87674 h 123011"/>
                  <a:gd name="connsiteX15" fmla="*/ 82610 w 442235"/>
                  <a:gd name="connsiteY15" fmla="*/ 36725 h 123011"/>
                  <a:gd name="connsiteX16" fmla="*/ 1952 w 442235"/>
                  <a:gd name="connsiteY16" fmla="*/ 107210 h 123011"/>
                  <a:gd name="connsiteX17" fmla="*/ 3749 w 442235"/>
                  <a:gd name="connsiteY17" fmla="*/ 120560 h 123011"/>
                  <a:gd name="connsiteX18" fmla="*/ 17040 w 442235"/>
                  <a:gd name="connsiteY18" fmla="*/ 118840 h 123011"/>
                  <a:gd name="connsiteX19" fmla="*/ 92135 w 442235"/>
                  <a:gd name="connsiteY19" fmla="*/ 53251 h 123011"/>
                  <a:gd name="connsiteX20" fmla="*/ 411213 w 442235"/>
                  <a:gd name="connsiteY20" fmla="*/ 103419 h 123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2235" h="123011">
                    <a:moveTo>
                      <a:pt x="411213" y="103419"/>
                    </a:moveTo>
                    <a:cubicBezTo>
                      <a:pt x="411299" y="103505"/>
                      <a:pt x="411270" y="103581"/>
                      <a:pt x="411146" y="103581"/>
                    </a:cubicBezTo>
                    <a:lnTo>
                      <a:pt x="334556" y="103962"/>
                    </a:lnTo>
                    <a:cubicBezTo>
                      <a:pt x="329295" y="103975"/>
                      <a:pt x="325041" y="108250"/>
                      <a:pt x="325055" y="113511"/>
                    </a:cubicBezTo>
                    <a:cubicBezTo>
                      <a:pt x="325068" y="118771"/>
                      <a:pt x="329343" y="123025"/>
                      <a:pt x="334604" y="123012"/>
                    </a:cubicBezTo>
                    <a:lnTo>
                      <a:pt x="334604" y="123012"/>
                    </a:lnTo>
                    <a:lnTo>
                      <a:pt x="432711" y="122526"/>
                    </a:lnTo>
                    <a:cubicBezTo>
                      <a:pt x="437972" y="122526"/>
                      <a:pt x="442236" y="118262"/>
                      <a:pt x="442236" y="113001"/>
                    </a:cubicBezTo>
                    <a:lnTo>
                      <a:pt x="441722" y="15065"/>
                    </a:lnTo>
                    <a:cubicBezTo>
                      <a:pt x="441926" y="10008"/>
                      <a:pt x="437992" y="5744"/>
                      <a:pt x="432936" y="5540"/>
                    </a:cubicBezTo>
                    <a:cubicBezTo>
                      <a:pt x="432689" y="5530"/>
                      <a:pt x="432442" y="5530"/>
                      <a:pt x="432197" y="5540"/>
                    </a:cubicBezTo>
                    <a:cubicBezTo>
                      <a:pt x="426936" y="5540"/>
                      <a:pt x="422672" y="9804"/>
                      <a:pt x="422672" y="15065"/>
                    </a:cubicBezTo>
                    <a:cubicBezTo>
                      <a:pt x="422672" y="15081"/>
                      <a:pt x="422672" y="15096"/>
                      <a:pt x="422672" y="15113"/>
                    </a:cubicBezTo>
                    <a:lnTo>
                      <a:pt x="423034" y="87607"/>
                    </a:lnTo>
                    <a:cubicBezTo>
                      <a:pt x="423034" y="87741"/>
                      <a:pt x="422967" y="87769"/>
                      <a:pt x="422872" y="87674"/>
                    </a:cubicBezTo>
                    <a:cubicBezTo>
                      <a:pt x="334959" y="-6101"/>
                      <a:pt x="194135" y="-27187"/>
                      <a:pt x="82610" y="36725"/>
                    </a:cubicBezTo>
                    <a:cubicBezTo>
                      <a:pt x="51358" y="54697"/>
                      <a:pt x="23950" y="78647"/>
                      <a:pt x="1952" y="107210"/>
                    </a:cubicBezTo>
                    <a:cubicBezTo>
                      <a:pt x="-1238" y="111392"/>
                      <a:pt x="-434" y="117369"/>
                      <a:pt x="3749" y="120560"/>
                    </a:cubicBezTo>
                    <a:cubicBezTo>
                      <a:pt x="7902" y="123727"/>
                      <a:pt x="13830" y="122960"/>
                      <a:pt x="17040" y="118840"/>
                    </a:cubicBezTo>
                    <a:cubicBezTo>
                      <a:pt x="37522" y="92257"/>
                      <a:pt x="63039" y="69970"/>
                      <a:pt x="92135" y="53251"/>
                    </a:cubicBezTo>
                    <a:cubicBezTo>
                      <a:pt x="197105" y="-6887"/>
                      <a:pt x="329762" y="13971"/>
                      <a:pt x="411213" y="10341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26" name="Coupled">
            <a:extLst>
              <a:ext uri="{FF2B5EF4-FFF2-40B4-BE49-F238E27FC236}">
                <a16:creationId xmlns:a16="http://schemas.microsoft.com/office/drawing/2014/main" id="{D9C3C7B6-4DEC-2EBA-F90C-285F3B2EC5DD}"/>
              </a:ext>
            </a:extLst>
          </p:cNvPr>
          <p:cNvGrpSpPr/>
          <p:nvPr/>
        </p:nvGrpSpPr>
        <p:grpSpPr>
          <a:xfrm>
            <a:off x="2066996" y="2704713"/>
            <a:ext cx="1467556" cy="1736239"/>
            <a:chOff x="2066996" y="2704713"/>
            <a:chExt cx="1467556" cy="1736239"/>
          </a:xfrm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0BEBEEA5-59B6-71BB-BE8C-5CAA3D50A6B3}"/>
                </a:ext>
              </a:extLst>
            </p:cNvPr>
            <p:cNvGrpSpPr/>
            <p:nvPr/>
          </p:nvGrpSpPr>
          <p:grpSpPr>
            <a:xfrm>
              <a:off x="2557710" y="3449965"/>
              <a:ext cx="976842" cy="525411"/>
              <a:chOff x="3101034" y="3938023"/>
              <a:chExt cx="976842" cy="525411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4B2F21-BCEB-5A9D-DCAF-26F288758F3C}"/>
                  </a:ext>
                </a:extLst>
              </p:cNvPr>
              <p:cNvSpPr txBox="1"/>
              <p:nvPr/>
            </p:nvSpPr>
            <p:spPr>
              <a:xfrm>
                <a:off x="3173873" y="4186435"/>
                <a:ext cx="8770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sz="1200" b="1" dirty="0">
                    <a:latin typeface="+mn-lt"/>
                  </a:rPr>
                  <a:t>coupled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67A121EA-5396-42B8-548E-7F97865EBB9D}"/>
                      </a:ext>
                    </a:extLst>
                  </p:cNvPr>
                  <p:cNvSpPr txBox="1"/>
                  <p:nvPr/>
                </p:nvSpPr>
                <p:spPr>
                  <a:xfrm>
                    <a:off x="3101034" y="3938023"/>
                    <a:ext cx="97684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&lt;1</m:t>
                          </m:r>
                        </m:oMath>
                      </m:oMathPara>
                    </a14:m>
                    <a:endParaRPr lang="en-GB" sz="1800" dirty="0">
                      <a:latin typeface="+mn-lt"/>
                    </a:endParaRPr>
                  </a:p>
                </p:txBody>
              </p:sp>
            </mc:Choice>
            <mc:Fallback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67A121EA-5396-42B8-548E-7F97865EBB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1034" y="3938023"/>
                    <a:ext cx="976842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FBA61A7-DDF7-A01F-3AC0-C68D1870C76E}"/>
                </a:ext>
              </a:extLst>
            </p:cNvPr>
            <p:cNvGrpSpPr/>
            <p:nvPr/>
          </p:nvGrpSpPr>
          <p:grpSpPr>
            <a:xfrm>
              <a:off x="2066996" y="2704713"/>
              <a:ext cx="863459" cy="1736239"/>
              <a:chOff x="4191746" y="2717073"/>
              <a:chExt cx="863459" cy="1683691"/>
            </a:xfrm>
          </p:grpSpPr>
          <p:pic>
            <p:nvPicPr>
              <p:cNvPr id="20" name="Graphic 19" descr="Line arrow: Vertical U-turn outline">
                <a:extLst>
                  <a:ext uri="{FF2B5EF4-FFF2-40B4-BE49-F238E27FC236}">
                    <a16:creationId xmlns:a16="http://schemas.microsoft.com/office/drawing/2014/main" id="{CAF9DE77-FC0B-C579-4EF0-CE938AEFB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4191746" y="2717073"/>
                <a:ext cx="755657" cy="1095737"/>
              </a:xfrm>
              <a:prstGeom prst="rect">
                <a:avLst/>
              </a:prstGeom>
            </p:spPr>
          </p:pic>
          <p:pic>
            <p:nvPicPr>
              <p:cNvPr id="21" name="Graphic 20" descr="Line arrow: Vertical U-turn outline">
                <a:extLst>
                  <a:ext uri="{FF2B5EF4-FFF2-40B4-BE49-F238E27FC236}">
                    <a16:creationId xmlns:a16="http://schemas.microsoft.com/office/drawing/2014/main" id="{93C9A1A8-9CD0-9EFC-B250-CB61EA1692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 rot="10800000">
                <a:off x="4299548" y="3305027"/>
                <a:ext cx="755657" cy="1095737"/>
              </a:xfrm>
              <a:prstGeom prst="rect">
                <a:avLst/>
              </a:prstGeom>
            </p:spPr>
          </p:pic>
        </p:grpSp>
      </p:grpSp>
      <p:grpSp>
        <p:nvGrpSpPr>
          <p:cNvPr id="131" name="CO2">
            <a:extLst>
              <a:ext uri="{FF2B5EF4-FFF2-40B4-BE49-F238E27FC236}">
                <a16:creationId xmlns:a16="http://schemas.microsoft.com/office/drawing/2014/main" id="{FFE38B70-72CC-2CBE-49D6-2F0FB180C6CC}"/>
              </a:ext>
            </a:extLst>
          </p:cNvPr>
          <p:cNvGrpSpPr/>
          <p:nvPr/>
        </p:nvGrpSpPr>
        <p:grpSpPr>
          <a:xfrm>
            <a:off x="2521719" y="1552575"/>
            <a:ext cx="2332221" cy="2863215"/>
            <a:chOff x="2521719" y="1552575"/>
            <a:chExt cx="2332221" cy="2863215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9D5326A-A975-FAFC-A918-2C01A28AB320}"/>
                </a:ext>
              </a:extLst>
            </p:cNvPr>
            <p:cNvSpPr/>
            <p:nvPr/>
          </p:nvSpPr>
          <p:spPr>
            <a:xfrm>
              <a:off x="4236720" y="2297430"/>
              <a:ext cx="617220" cy="2118360"/>
            </a:xfrm>
            <a:custGeom>
              <a:avLst/>
              <a:gdLst>
                <a:gd name="connsiteX0" fmla="*/ 0 w 617220"/>
                <a:gd name="connsiteY0" fmla="*/ 0 h 2118360"/>
                <a:gd name="connsiteX1" fmla="*/ 361950 w 617220"/>
                <a:gd name="connsiteY1" fmla="*/ 396240 h 2118360"/>
                <a:gd name="connsiteX2" fmla="*/ 541020 w 617220"/>
                <a:gd name="connsiteY2" fmla="*/ 891540 h 2118360"/>
                <a:gd name="connsiteX3" fmla="*/ 617220 w 617220"/>
                <a:gd name="connsiteY3" fmla="*/ 2118360 h 211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7220" h="2118360">
                  <a:moveTo>
                    <a:pt x="0" y="0"/>
                  </a:moveTo>
                  <a:cubicBezTo>
                    <a:pt x="135890" y="123825"/>
                    <a:pt x="271780" y="247650"/>
                    <a:pt x="361950" y="396240"/>
                  </a:cubicBezTo>
                  <a:cubicBezTo>
                    <a:pt x="452120" y="544830"/>
                    <a:pt x="498475" y="604520"/>
                    <a:pt x="541020" y="891540"/>
                  </a:cubicBezTo>
                  <a:cubicBezTo>
                    <a:pt x="583565" y="1178560"/>
                    <a:pt x="600392" y="1648460"/>
                    <a:pt x="617220" y="2118360"/>
                  </a:cubicBezTo>
                </a:path>
              </a:pathLst>
            </a:custGeom>
            <a:noFill/>
            <a:ln>
              <a:solidFill>
                <a:srgbClr val="8B9671"/>
              </a:solidFill>
              <a:prstDash val="sysDash"/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83" name="Picture 282" descr="A green and black cloud with a letter and a circle&#10;&#10;Description automatically generated with medium confidence">
              <a:extLst>
                <a:ext uri="{FF2B5EF4-FFF2-40B4-BE49-F238E27FC236}">
                  <a16:creationId xmlns:a16="http://schemas.microsoft.com/office/drawing/2014/main" id="{CAC7542D-5509-ED3A-C6E0-15C8B6B86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BEBA8EAE-BF5A-486C-A8C5-ECC9F3942E4B}">
                  <a14:imgProps xmlns:a14="http://schemas.microsoft.com/office/drawing/2010/main">
                    <a14:imgLayer r:embed="rId30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4823" y="1971983"/>
              <a:ext cx="615553" cy="461665"/>
            </a:xfrm>
            <a:prstGeom prst="rect">
              <a:avLst/>
            </a:prstGeom>
          </p:spPr>
        </p:pic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E31E2A73-599C-857F-3645-4D2388A135A1}"/>
                </a:ext>
              </a:extLst>
            </p:cNvPr>
            <p:cNvSpPr/>
            <p:nvPr/>
          </p:nvSpPr>
          <p:spPr>
            <a:xfrm>
              <a:off x="4051374" y="2328827"/>
              <a:ext cx="93215" cy="819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8B96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376DA815-EE29-6467-4882-220C3638E5E9}"/>
                </a:ext>
              </a:extLst>
            </p:cNvPr>
            <p:cNvSpPr/>
            <p:nvPr/>
          </p:nvSpPr>
          <p:spPr>
            <a:xfrm>
              <a:off x="4204773" y="2021587"/>
              <a:ext cx="80150" cy="9997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8B96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40391D07-FDA2-9643-6510-28E112B405A8}"/>
                </a:ext>
              </a:extLst>
            </p:cNvPr>
            <p:cNvSpPr/>
            <p:nvPr/>
          </p:nvSpPr>
          <p:spPr>
            <a:xfrm>
              <a:off x="3761585" y="2340711"/>
              <a:ext cx="80150" cy="7435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8B96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344A6CAF-1F5E-959B-3C3E-ADBBC4A71AA2}"/>
                </a:ext>
              </a:extLst>
            </p:cNvPr>
            <p:cNvSpPr/>
            <p:nvPr/>
          </p:nvSpPr>
          <p:spPr>
            <a:xfrm>
              <a:off x="4115753" y="1986720"/>
              <a:ext cx="75954" cy="6635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8B96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069EC3C-67E6-F819-015B-7EA6B7A2496E}"/>
                </a:ext>
              </a:extLst>
            </p:cNvPr>
            <p:cNvSpPr/>
            <p:nvPr/>
          </p:nvSpPr>
          <p:spPr>
            <a:xfrm>
              <a:off x="4090039" y="1552575"/>
              <a:ext cx="631197" cy="433388"/>
            </a:xfrm>
            <a:custGeom>
              <a:avLst/>
              <a:gdLst>
                <a:gd name="connsiteX0" fmla="*/ 0 w 690563"/>
                <a:gd name="connsiteY0" fmla="*/ 433388 h 433388"/>
                <a:gd name="connsiteX1" fmla="*/ 285750 w 690563"/>
                <a:gd name="connsiteY1" fmla="*/ 80963 h 433388"/>
                <a:gd name="connsiteX2" fmla="*/ 690563 w 690563"/>
                <a:gd name="connsiteY2" fmla="*/ 0 h 43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563" h="433388">
                  <a:moveTo>
                    <a:pt x="0" y="433388"/>
                  </a:moveTo>
                  <a:cubicBezTo>
                    <a:pt x="85328" y="293291"/>
                    <a:pt x="170656" y="153194"/>
                    <a:pt x="285750" y="80963"/>
                  </a:cubicBezTo>
                  <a:cubicBezTo>
                    <a:pt x="400844" y="8732"/>
                    <a:pt x="545703" y="4366"/>
                    <a:pt x="690563" y="0"/>
                  </a:cubicBezTo>
                </a:path>
              </a:pathLst>
            </a:custGeom>
            <a:noFill/>
            <a:ln>
              <a:solidFill>
                <a:srgbClr val="8B967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7CF41FE-DF19-EBF2-A230-3C8B4E68A104}"/>
                </a:ext>
              </a:extLst>
            </p:cNvPr>
            <p:cNvSpPr/>
            <p:nvPr/>
          </p:nvSpPr>
          <p:spPr>
            <a:xfrm rot="10377480" flipH="1" flipV="1">
              <a:off x="2521719" y="2309258"/>
              <a:ext cx="1229738" cy="250880"/>
            </a:xfrm>
            <a:custGeom>
              <a:avLst/>
              <a:gdLst>
                <a:gd name="connsiteX0" fmla="*/ 0 w 690563"/>
                <a:gd name="connsiteY0" fmla="*/ 433388 h 433388"/>
                <a:gd name="connsiteX1" fmla="*/ 285750 w 690563"/>
                <a:gd name="connsiteY1" fmla="*/ 80963 h 433388"/>
                <a:gd name="connsiteX2" fmla="*/ 690563 w 690563"/>
                <a:gd name="connsiteY2" fmla="*/ 0 h 43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563" h="433388">
                  <a:moveTo>
                    <a:pt x="0" y="433388"/>
                  </a:moveTo>
                  <a:cubicBezTo>
                    <a:pt x="85328" y="293291"/>
                    <a:pt x="170656" y="153194"/>
                    <a:pt x="285750" y="80963"/>
                  </a:cubicBezTo>
                  <a:cubicBezTo>
                    <a:pt x="400844" y="8732"/>
                    <a:pt x="545703" y="4366"/>
                    <a:pt x="690563" y="0"/>
                  </a:cubicBezTo>
                </a:path>
              </a:pathLst>
            </a:custGeom>
            <a:noFill/>
            <a:ln>
              <a:solidFill>
                <a:srgbClr val="8B9671"/>
              </a:solidFill>
              <a:prstDash val="sysDash"/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64" name="environmental change">
            <a:extLst>
              <a:ext uri="{FF2B5EF4-FFF2-40B4-BE49-F238E27FC236}">
                <a16:creationId xmlns:a16="http://schemas.microsoft.com/office/drawing/2014/main" id="{D351953E-8B70-5863-32FB-E8C80181EEA6}"/>
              </a:ext>
            </a:extLst>
          </p:cNvPr>
          <p:cNvGrpSpPr/>
          <p:nvPr/>
        </p:nvGrpSpPr>
        <p:grpSpPr>
          <a:xfrm>
            <a:off x="181314" y="5001632"/>
            <a:ext cx="7483818" cy="276999"/>
            <a:chOff x="181313" y="5052432"/>
            <a:chExt cx="7669535" cy="276999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30AEAC1E-D5AA-D01B-702A-1AAF2212DD38}"/>
                </a:ext>
              </a:extLst>
            </p:cNvPr>
            <p:cNvCxnSpPr/>
            <p:nvPr/>
          </p:nvCxnSpPr>
          <p:spPr>
            <a:xfrm>
              <a:off x="181314" y="5054870"/>
              <a:ext cx="7669534" cy="0"/>
            </a:xfrm>
            <a:prstGeom prst="straightConnector1">
              <a:avLst/>
            </a:prstGeom>
            <a:ln w="63500">
              <a:gradFill>
                <a:gsLst>
                  <a:gs pos="0">
                    <a:schemeClr val="accent3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3E9E45A-C4C6-16F1-BB40-CDA1122AFA69}"/>
                </a:ext>
              </a:extLst>
            </p:cNvPr>
            <p:cNvSpPr txBox="1"/>
            <p:nvPr/>
          </p:nvSpPr>
          <p:spPr>
            <a:xfrm>
              <a:off x="181313" y="5052432"/>
              <a:ext cx="75869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+mn-lt"/>
                </a:rPr>
                <a:t>change of environmental conditions may lead to decoupling</a:t>
              </a:r>
            </a:p>
          </p:txBody>
        </p:sp>
      </p:grpSp>
      <p:grpSp>
        <p:nvGrpSpPr>
          <p:cNvPr id="38" name="Cloud fraction">
            <a:extLst>
              <a:ext uri="{FF2B5EF4-FFF2-40B4-BE49-F238E27FC236}">
                <a16:creationId xmlns:a16="http://schemas.microsoft.com/office/drawing/2014/main" id="{D07EE607-49A1-3FBB-D0FF-67CD3CC64E1B}"/>
              </a:ext>
            </a:extLst>
          </p:cNvPr>
          <p:cNvGrpSpPr/>
          <p:nvPr/>
        </p:nvGrpSpPr>
        <p:grpSpPr>
          <a:xfrm>
            <a:off x="6279922" y="1591789"/>
            <a:ext cx="1291314" cy="480989"/>
            <a:chOff x="6279922" y="1591789"/>
            <a:chExt cx="1291314" cy="480989"/>
          </a:xfrm>
        </p:grpSpPr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D114B438-4C06-09ED-3280-CB0C215D81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6090" y="1817617"/>
              <a:ext cx="821982" cy="531"/>
            </a:xfrm>
            <a:prstGeom prst="straightConnector1">
              <a:avLst/>
            </a:prstGeom>
            <a:ln w="25400">
              <a:solidFill>
                <a:schemeClr val="accent2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68EB3462-A686-AE28-48AD-C1908CCB8829}"/>
                </a:ext>
              </a:extLst>
            </p:cNvPr>
            <p:cNvSpPr txBox="1"/>
            <p:nvPr/>
          </p:nvSpPr>
          <p:spPr>
            <a:xfrm>
              <a:off x="6279922" y="1795779"/>
              <a:ext cx="12913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+mn-lt"/>
                </a:rPr>
                <a:t>cloud fraction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id="{26436711-EB49-C3F8-F233-0E1FD79862B2}"/>
                    </a:ext>
                  </a:extLst>
                </p:cNvPr>
                <p:cNvSpPr txBox="1"/>
                <p:nvPr/>
              </p:nvSpPr>
              <p:spPr>
                <a:xfrm>
                  <a:off x="7212559" y="1610977"/>
                  <a:ext cx="3375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GB" sz="1800" dirty="0">
                    <a:solidFill>
                      <a:schemeClr val="accent2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id="{26436711-EB49-C3F8-F233-0E1FD79862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2559" y="1610977"/>
                  <a:ext cx="33755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7" name="Picture 36" descr="A white cloud in the sky">
              <a:extLst>
                <a:ext uri="{FF2B5EF4-FFF2-40B4-BE49-F238E27FC236}">
                  <a16:creationId xmlns:a16="http://schemas.microsoft.com/office/drawing/2014/main" id="{EE16D6A9-41FE-8C59-3EDE-C289ECD53E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01" t="34395" r="7916" b="32802"/>
            <a:stretch/>
          </p:blipFill>
          <p:spPr>
            <a:xfrm>
              <a:off x="6550571" y="1591789"/>
              <a:ext cx="661988" cy="180845"/>
            </a:xfrm>
            <a:prstGeom prst="rect">
              <a:avLst/>
            </a:prstGeom>
          </p:spPr>
        </p:pic>
      </p:grpSp>
      <p:grpSp>
        <p:nvGrpSpPr>
          <p:cNvPr id="32" name="Longwave Rad">
            <a:extLst>
              <a:ext uri="{FF2B5EF4-FFF2-40B4-BE49-F238E27FC236}">
                <a16:creationId xmlns:a16="http://schemas.microsoft.com/office/drawing/2014/main" id="{A3E23C74-297E-58D4-AF0E-0717970F866A}"/>
              </a:ext>
            </a:extLst>
          </p:cNvPr>
          <p:cNvGrpSpPr/>
          <p:nvPr/>
        </p:nvGrpSpPr>
        <p:grpSpPr>
          <a:xfrm>
            <a:off x="4629148" y="1389458"/>
            <a:ext cx="1565984" cy="3048590"/>
            <a:chOff x="4629148" y="1389458"/>
            <a:chExt cx="1565984" cy="304859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EF6A76C-DD7E-50DD-5044-D62C975EBE24}"/>
                    </a:ext>
                  </a:extLst>
                </p:cNvPr>
                <p:cNvSpPr txBox="1"/>
                <p:nvPr/>
              </p:nvSpPr>
              <p:spPr>
                <a:xfrm>
                  <a:off x="4923014" y="2868508"/>
                  <a:ext cx="12721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EF6A76C-DD7E-50DD-5044-D62C975EBE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3014" y="2868508"/>
                  <a:ext cx="1272118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6FCE7003-ED0A-9E9D-9821-4B7C9646D22F}"/>
                    </a:ext>
                  </a:extLst>
                </p:cNvPr>
                <p:cNvSpPr txBox="1"/>
                <p:nvPr/>
              </p:nvSpPr>
              <p:spPr>
                <a:xfrm>
                  <a:off x="4643763" y="1389458"/>
                  <a:ext cx="1509152" cy="3720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𝐹𝑇𝑅</m:t>
                            </m:r>
                          </m:sub>
                        </m:sSub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∝</m:t>
                        </m:r>
                        <m:sSubSup>
                          <m:sSubSupPr>
                            <m:ctrlP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𝐹𝑇𝑅</m:t>
                            </m:r>
                          </m:sub>
                          <m:sup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6FCE7003-ED0A-9E9D-9821-4B7C9646D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3763" y="1389458"/>
                  <a:ext cx="1509152" cy="372025"/>
                </a:xfrm>
                <a:prstGeom prst="rect">
                  <a:avLst/>
                </a:prstGeom>
                <a:blipFill>
                  <a:blip r:embed="rId33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94630CCF-0720-5A3D-3CDA-21E70CD8821D}"/>
                    </a:ext>
                  </a:extLst>
                </p:cNvPr>
                <p:cNvSpPr txBox="1"/>
                <p:nvPr/>
              </p:nvSpPr>
              <p:spPr>
                <a:xfrm>
                  <a:off x="5152506" y="3961218"/>
                  <a:ext cx="4965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94630CCF-0720-5A3D-3CDA-21E70CD88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2506" y="3961218"/>
                  <a:ext cx="49658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2460CB02-06FD-2095-37C8-FE775E7BABFE}"/>
                    </a:ext>
                  </a:extLst>
                </p:cNvPr>
                <p:cNvSpPr txBox="1"/>
                <p:nvPr/>
              </p:nvSpPr>
              <p:spPr>
                <a:xfrm>
                  <a:off x="5005241" y="3616615"/>
                  <a:ext cx="4965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2460CB02-06FD-2095-37C8-FE775E7BA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5241" y="3616615"/>
                  <a:ext cx="496588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6369147-0A7C-C3A9-222B-FA2F8F2DA668}"/>
                </a:ext>
              </a:extLst>
            </p:cNvPr>
            <p:cNvCxnSpPr>
              <a:cxnSpLocks/>
            </p:cNvCxnSpPr>
            <p:nvPr/>
          </p:nvCxnSpPr>
          <p:spPr>
            <a:xfrm>
              <a:off x="4977292" y="2578024"/>
              <a:ext cx="0" cy="946226"/>
            </a:xfrm>
            <a:prstGeom prst="straightConnector1">
              <a:avLst/>
            </a:prstGeom>
            <a:ln w="25400" cmpd="dbl">
              <a:solidFill>
                <a:schemeClr val="accent3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79611D26-B66D-31BC-EB23-FB9C8D597DF9}"/>
                </a:ext>
              </a:extLst>
            </p:cNvPr>
            <p:cNvCxnSpPr/>
            <p:nvPr/>
          </p:nvCxnSpPr>
          <p:spPr>
            <a:xfrm>
              <a:off x="4876800" y="1761483"/>
              <a:ext cx="0" cy="373457"/>
            </a:xfrm>
            <a:prstGeom prst="straightConnector1">
              <a:avLst/>
            </a:prstGeom>
            <a:ln w="12700" cmpd="dbl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C991CDE8-137F-96B6-EE17-31AA39DB3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4940" y="4164013"/>
              <a:ext cx="0" cy="274035"/>
            </a:xfrm>
            <a:prstGeom prst="straightConnector1">
              <a:avLst/>
            </a:prstGeom>
            <a:ln w="50800" cmpd="dbl">
              <a:solidFill>
                <a:schemeClr val="accent3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30F362CC-064B-BF98-B8C8-FF3D01B4ECF5}"/>
                </a:ext>
              </a:extLst>
            </p:cNvPr>
            <p:cNvCxnSpPr>
              <a:cxnSpLocks/>
            </p:cNvCxnSpPr>
            <p:nvPr/>
          </p:nvCxnSpPr>
          <p:spPr>
            <a:xfrm>
              <a:off x="5098180" y="3544193"/>
              <a:ext cx="0" cy="530315"/>
            </a:xfrm>
            <a:prstGeom prst="straightConnector1">
              <a:avLst/>
            </a:prstGeom>
            <a:ln w="19050" cmpd="dbl">
              <a:solidFill>
                <a:schemeClr val="accent3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857E5D4-5877-6F29-1909-2986BF237C17}"/>
                </a:ext>
              </a:extLst>
            </p:cNvPr>
            <p:cNvSpPr txBox="1"/>
            <p:nvPr/>
          </p:nvSpPr>
          <p:spPr>
            <a:xfrm>
              <a:off x="4629148" y="2212275"/>
              <a:ext cx="114306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3"/>
                  </a:solidFill>
                  <a:latin typeface="+mn-lt"/>
                </a:rPr>
                <a:t>longwave</a:t>
              </a:r>
              <a:endParaRPr lang="en-GB" dirty="0"/>
            </a:p>
          </p:txBody>
        </p:sp>
      </p:grpSp>
      <p:grpSp>
        <p:nvGrpSpPr>
          <p:cNvPr id="39" name="s(z) new">
            <a:extLst>
              <a:ext uri="{FF2B5EF4-FFF2-40B4-BE49-F238E27FC236}">
                <a16:creationId xmlns:a16="http://schemas.microsoft.com/office/drawing/2014/main" id="{57FD17F1-E94A-5462-DB8C-46E739647EC3}"/>
              </a:ext>
            </a:extLst>
          </p:cNvPr>
          <p:cNvGrpSpPr/>
          <p:nvPr/>
        </p:nvGrpSpPr>
        <p:grpSpPr>
          <a:xfrm>
            <a:off x="6755932" y="2092036"/>
            <a:ext cx="865617" cy="2399224"/>
            <a:chOff x="1472973" y="2093401"/>
            <a:chExt cx="1346959" cy="239922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4C8B883-41F9-50D8-5560-806421084CC2}"/>
                    </a:ext>
                  </a:extLst>
                </p:cNvPr>
                <p:cNvSpPr txBox="1"/>
                <p:nvPr/>
              </p:nvSpPr>
              <p:spPr>
                <a:xfrm>
                  <a:off x="2122572" y="2258945"/>
                  <a:ext cx="6973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1800" dirty="0">
                    <a:solidFill>
                      <a:schemeClr val="accent6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4C8B883-41F9-50D8-5560-806421084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2572" y="2258945"/>
                  <a:ext cx="697360" cy="369332"/>
                </a:xfrm>
                <a:prstGeom prst="rect">
                  <a:avLst/>
                </a:prstGeom>
                <a:blipFill>
                  <a:blip r:embed="rId36"/>
                  <a:stretch>
                    <a:fillRect r="-39726" b="-1475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84CF571-FD04-9717-CED3-B73EFB8FD494}"/>
                </a:ext>
              </a:extLst>
            </p:cNvPr>
            <p:cNvGrpSpPr/>
            <p:nvPr/>
          </p:nvGrpSpPr>
          <p:grpSpPr>
            <a:xfrm>
              <a:off x="1472973" y="2093401"/>
              <a:ext cx="1013451" cy="2399224"/>
              <a:chOff x="1472973" y="2093401"/>
              <a:chExt cx="1013451" cy="2399224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794086EA-0161-2D12-2B3E-762A3B6AF851}"/>
                  </a:ext>
                </a:extLst>
              </p:cNvPr>
              <p:cNvSpPr/>
              <p:nvPr/>
            </p:nvSpPr>
            <p:spPr>
              <a:xfrm>
                <a:off x="1823849" y="2093401"/>
                <a:ext cx="662575" cy="555057"/>
              </a:xfrm>
              <a:custGeom>
                <a:avLst/>
                <a:gdLst>
                  <a:gd name="connsiteX0" fmla="*/ 0 w 1043709"/>
                  <a:gd name="connsiteY0" fmla="*/ 951346 h 953299"/>
                  <a:gd name="connsiteX1" fmla="*/ 544946 w 1043709"/>
                  <a:gd name="connsiteY1" fmla="*/ 803564 h 953299"/>
                  <a:gd name="connsiteX2" fmla="*/ 1043709 w 1043709"/>
                  <a:gd name="connsiteY2" fmla="*/ 0 h 95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43709" h="953299">
                    <a:moveTo>
                      <a:pt x="0" y="951346"/>
                    </a:moveTo>
                    <a:cubicBezTo>
                      <a:pt x="185497" y="956734"/>
                      <a:pt x="370995" y="962122"/>
                      <a:pt x="544946" y="803564"/>
                    </a:cubicBezTo>
                    <a:cubicBezTo>
                      <a:pt x="718898" y="645006"/>
                      <a:pt x="881303" y="322503"/>
                      <a:pt x="1043709" y="0"/>
                    </a:cubicBezTo>
                  </a:path>
                </a:pathLst>
              </a:cu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D5270232-E728-0D23-EA8B-9E04D80DBE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8466" y="2648124"/>
                <a:ext cx="0" cy="639589"/>
              </a:xfrm>
              <a:prstGeom prst="line">
                <a:avLst/>
              </a:prstGeom>
              <a:ln w="38100">
                <a:solidFill>
                  <a:schemeClr val="accent6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04E6A029-F2C7-1C4C-99B2-FA78440B00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5245" y="2649063"/>
                <a:ext cx="178952" cy="0"/>
              </a:xfrm>
              <a:prstGeom prst="line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2ACB39AC-9488-9122-76D4-5E18E656F4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2973" y="3360727"/>
                <a:ext cx="0" cy="1131898"/>
              </a:xfrm>
              <a:prstGeom prst="line">
                <a:avLst/>
              </a:prstGeom>
              <a:ln w="38100">
                <a:solidFill>
                  <a:schemeClr val="accent6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2F9186FE-78CA-B1AD-7491-F82373B45B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74271" y="3274018"/>
                <a:ext cx="194196" cy="97832"/>
              </a:xfrm>
              <a:prstGeom prst="line">
                <a:avLst/>
              </a:prstGeom>
              <a:ln w="38100">
                <a:solidFill>
                  <a:schemeClr val="accent6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" name="q(z) new">
            <a:extLst>
              <a:ext uri="{FF2B5EF4-FFF2-40B4-BE49-F238E27FC236}">
                <a16:creationId xmlns:a16="http://schemas.microsoft.com/office/drawing/2014/main" id="{9EFEF7DA-72A4-86D0-1DED-8DBD7B7888B0}"/>
              </a:ext>
            </a:extLst>
          </p:cNvPr>
          <p:cNvGrpSpPr/>
          <p:nvPr/>
        </p:nvGrpSpPr>
        <p:grpSpPr>
          <a:xfrm flipH="1">
            <a:off x="6348954" y="2107946"/>
            <a:ext cx="330406" cy="2384713"/>
            <a:chOff x="1415513" y="2107912"/>
            <a:chExt cx="1007633" cy="238471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BD39A6B9-A817-C260-B5E1-3EDDF9985082}"/>
                    </a:ext>
                  </a:extLst>
                </p:cNvPr>
                <p:cNvSpPr txBox="1"/>
                <p:nvPr/>
              </p:nvSpPr>
              <p:spPr>
                <a:xfrm>
                  <a:off x="1415513" y="2178622"/>
                  <a:ext cx="10076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1800" dirty="0">
                    <a:solidFill>
                      <a:schemeClr val="accent3"/>
                    </a:solidFill>
                    <a:latin typeface="+mn-lt"/>
                  </a:endParaRPr>
                </a:p>
              </p:txBody>
            </p:sp>
          </mc:Choice>
          <mc:Fallback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BD39A6B9-A817-C260-B5E1-3EDDF99850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513" y="2178622"/>
                  <a:ext cx="1007633" cy="369332"/>
                </a:xfrm>
                <a:prstGeom prst="rect">
                  <a:avLst/>
                </a:prstGeom>
                <a:blipFill>
                  <a:blip r:embed="rId37"/>
                  <a:stretch>
                    <a:fillRect r="-90909" b="-1475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9666565E-678D-852A-F485-E3EB1705BBF5}"/>
                </a:ext>
              </a:extLst>
            </p:cNvPr>
            <p:cNvGrpSpPr/>
            <p:nvPr/>
          </p:nvGrpSpPr>
          <p:grpSpPr>
            <a:xfrm>
              <a:off x="1472973" y="2107912"/>
              <a:ext cx="792060" cy="2384713"/>
              <a:chOff x="1472973" y="2107912"/>
              <a:chExt cx="792060" cy="2384713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5FB4AD5C-BEB3-995E-1946-210D80E969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40610" y="2670075"/>
                <a:ext cx="0" cy="617638"/>
              </a:xfrm>
              <a:prstGeom prst="line">
                <a:avLst/>
              </a:prstGeom>
              <a:ln w="38100">
                <a:solidFill>
                  <a:schemeClr val="accent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50EDCECF-C6EE-AC24-3471-D32C4CBB29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8909" y="2655743"/>
                <a:ext cx="576124" cy="0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5A3CC0A4-E8E7-2635-935C-2E4C54CEB4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2973" y="3360727"/>
                <a:ext cx="0" cy="1131898"/>
              </a:xfrm>
              <a:prstGeom prst="line">
                <a:avLst/>
              </a:prstGeom>
              <a:ln w="38100">
                <a:solidFill>
                  <a:schemeClr val="accent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1C216401-63A5-F7C9-3FD6-255443C9CE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74272" y="3272619"/>
                <a:ext cx="296941" cy="99231"/>
              </a:xfrm>
              <a:prstGeom prst="line">
                <a:avLst/>
              </a:prstGeom>
              <a:ln w="38100">
                <a:solidFill>
                  <a:schemeClr val="accent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1639BE5E-B37D-B164-8332-7005A4FDBB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50090" y="2107912"/>
                <a:ext cx="0" cy="562163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25" name="Decoupled">
            <a:extLst>
              <a:ext uri="{FF2B5EF4-FFF2-40B4-BE49-F238E27FC236}">
                <a16:creationId xmlns:a16="http://schemas.microsoft.com/office/drawing/2014/main" id="{1E84C5FA-460A-A337-244A-A4451F95CFDD}"/>
              </a:ext>
            </a:extLst>
          </p:cNvPr>
          <p:cNvGrpSpPr/>
          <p:nvPr/>
        </p:nvGrpSpPr>
        <p:grpSpPr>
          <a:xfrm>
            <a:off x="6600803" y="2629350"/>
            <a:ext cx="1093047" cy="1834750"/>
            <a:chOff x="7375017" y="2629350"/>
            <a:chExt cx="1093047" cy="1834750"/>
          </a:xfrm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D886F20B-45AE-906C-0048-B9A641C64249}"/>
                </a:ext>
              </a:extLst>
            </p:cNvPr>
            <p:cNvGrpSpPr/>
            <p:nvPr/>
          </p:nvGrpSpPr>
          <p:grpSpPr>
            <a:xfrm>
              <a:off x="7375017" y="3631286"/>
              <a:ext cx="1093047" cy="832814"/>
              <a:chOff x="7876504" y="4303213"/>
              <a:chExt cx="1093047" cy="83281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987AD425-821C-114F-64C1-1384C7905A6A}"/>
                      </a:ext>
                    </a:extLst>
                  </p:cNvPr>
                  <p:cNvSpPr txBox="1"/>
                  <p:nvPr/>
                </p:nvSpPr>
                <p:spPr>
                  <a:xfrm>
                    <a:off x="7876504" y="4303213"/>
                    <a:ext cx="97684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≥1</m:t>
                          </m:r>
                        </m:oMath>
                      </m:oMathPara>
                    </a14:m>
                    <a:endParaRPr lang="en-GB" sz="1800" dirty="0">
                      <a:latin typeface="+mn-lt"/>
                    </a:endParaRPr>
                  </a:p>
                </p:txBody>
              </p:sp>
            </mc:Choice>
            <mc:Fallback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987AD425-821C-114F-64C1-1384C7905A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6504" y="4303213"/>
                    <a:ext cx="976842" cy="369332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2D61DE6D-14D1-913C-FB15-BBF7B7849413}"/>
                  </a:ext>
                </a:extLst>
              </p:cNvPr>
              <p:cNvSpPr txBox="1"/>
              <p:nvPr/>
            </p:nvSpPr>
            <p:spPr>
              <a:xfrm>
                <a:off x="7948683" y="4859028"/>
                <a:ext cx="10208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1200" b="1" dirty="0">
                    <a:latin typeface="+mn-lt"/>
                  </a:rPr>
                  <a:t>decoupled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0D85F4C-053E-6278-E204-6813B8595F2A}"/>
                </a:ext>
              </a:extLst>
            </p:cNvPr>
            <p:cNvGrpSpPr/>
            <p:nvPr/>
          </p:nvGrpSpPr>
          <p:grpSpPr>
            <a:xfrm>
              <a:off x="8090267" y="2629350"/>
              <a:ext cx="349078" cy="703773"/>
              <a:chOff x="4191746" y="2187756"/>
              <a:chExt cx="863459" cy="2213002"/>
            </a:xfrm>
          </p:grpSpPr>
          <p:pic>
            <p:nvPicPr>
              <p:cNvPr id="15" name="Graphic 14" descr="Line arrow: Vertical U-turn outline">
                <a:extLst>
                  <a:ext uri="{FF2B5EF4-FFF2-40B4-BE49-F238E27FC236}">
                    <a16:creationId xmlns:a16="http://schemas.microsoft.com/office/drawing/2014/main" id="{BE1044C5-EFC8-30AE-C513-58E2A6A34B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>
                <a:off x="4191746" y="2187756"/>
                <a:ext cx="755657" cy="1625053"/>
              </a:xfrm>
              <a:prstGeom prst="rect">
                <a:avLst/>
              </a:prstGeom>
            </p:spPr>
          </p:pic>
          <p:pic>
            <p:nvPicPr>
              <p:cNvPr id="17" name="Graphic 16" descr="Line arrow: Vertical U-turn outline">
                <a:extLst>
                  <a:ext uri="{FF2B5EF4-FFF2-40B4-BE49-F238E27FC236}">
                    <a16:creationId xmlns:a16="http://schemas.microsoft.com/office/drawing/2014/main" id="{749B985F-709A-BABA-96C1-7159F4FD3E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 rot="10800000">
                <a:off x="4299548" y="2775705"/>
                <a:ext cx="755657" cy="1625053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FE72993-F04F-8192-37EE-51124AE3BCD7}"/>
                </a:ext>
              </a:extLst>
            </p:cNvPr>
            <p:cNvGrpSpPr/>
            <p:nvPr/>
          </p:nvGrpSpPr>
          <p:grpSpPr>
            <a:xfrm>
              <a:off x="8090267" y="3293703"/>
              <a:ext cx="349078" cy="1067972"/>
              <a:chOff x="4191746" y="2717073"/>
              <a:chExt cx="863459" cy="1738282"/>
            </a:xfrm>
          </p:grpSpPr>
          <p:pic>
            <p:nvPicPr>
              <p:cNvPr id="22" name="Graphic 21" descr="Line arrow: Vertical U-turn outline">
                <a:extLst>
                  <a:ext uri="{FF2B5EF4-FFF2-40B4-BE49-F238E27FC236}">
                    <a16:creationId xmlns:a16="http://schemas.microsoft.com/office/drawing/2014/main" id="{183D891A-226A-744A-E124-256C95E5B5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>
                <a:off x="4191746" y="2717073"/>
                <a:ext cx="755657" cy="1095737"/>
              </a:xfrm>
              <a:prstGeom prst="rect">
                <a:avLst/>
              </a:prstGeom>
            </p:spPr>
          </p:pic>
          <p:pic>
            <p:nvPicPr>
              <p:cNvPr id="23" name="Graphic 22" descr="Line arrow: Vertical U-turn outline">
                <a:extLst>
                  <a:ext uri="{FF2B5EF4-FFF2-40B4-BE49-F238E27FC236}">
                    <a16:creationId xmlns:a16="http://schemas.microsoft.com/office/drawing/2014/main" id="{7E2985B9-28A7-2F9D-277E-221ACC50BA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 rot="10800000">
                <a:off x="4299548" y="3305025"/>
                <a:ext cx="755657" cy="1150330"/>
              </a:xfrm>
              <a:prstGeom prst="rect">
                <a:avLst/>
              </a:prstGeom>
            </p:spPr>
          </p:pic>
        </p:grp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7040068-9F42-C189-01FD-1972E1B04705}"/>
              </a:ext>
            </a:extLst>
          </p:cNvPr>
          <p:cNvSpPr/>
          <p:nvPr/>
        </p:nvSpPr>
        <p:spPr>
          <a:xfrm>
            <a:off x="1588770" y="2007870"/>
            <a:ext cx="765810" cy="2327910"/>
          </a:xfrm>
          <a:custGeom>
            <a:avLst/>
            <a:gdLst>
              <a:gd name="connsiteX0" fmla="*/ 765810 w 765810"/>
              <a:gd name="connsiteY0" fmla="*/ 2327910 h 2327910"/>
              <a:gd name="connsiteX1" fmla="*/ 152400 w 765810"/>
              <a:gd name="connsiteY1" fmla="*/ 1306830 h 2327910"/>
              <a:gd name="connsiteX2" fmla="*/ 0 w 765810"/>
              <a:gd name="connsiteY2" fmla="*/ 788670 h 2327910"/>
              <a:gd name="connsiteX3" fmla="*/ 662940 w 765810"/>
              <a:gd name="connsiteY3" fmla="*/ 792480 h 2327910"/>
              <a:gd name="connsiteX4" fmla="*/ 525780 w 765810"/>
              <a:gd name="connsiteY4" fmla="*/ 0 h 23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810" h="2327910">
                <a:moveTo>
                  <a:pt x="765810" y="2327910"/>
                </a:moveTo>
                <a:cubicBezTo>
                  <a:pt x="517525" y="1932940"/>
                  <a:pt x="269240" y="1537970"/>
                  <a:pt x="152400" y="1306830"/>
                </a:cubicBezTo>
                <a:lnTo>
                  <a:pt x="0" y="788670"/>
                </a:lnTo>
                <a:lnTo>
                  <a:pt x="662940" y="792480"/>
                </a:lnTo>
                <a:lnTo>
                  <a:pt x="525780" y="0"/>
                </a:lnTo>
              </a:path>
            </a:pathLst>
          </a:custGeom>
          <a:noFill/>
          <a:ln w="381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47984B-0D08-3745-FCB9-E26A75E0363E}"/>
                  </a:ext>
                </a:extLst>
              </p:cNvPr>
              <p:cNvSpPr txBox="1"/>
              <p:nvPr/>
            </p:nvSpPr>
            <p:spPr>
              <a:xfrm>
                <a:off x="6899041" y="4396859"/>
                <a:ext cx="3031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47984B-0D08-3745-FCB9-E26A75E03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041" y="4396859"/>
                <a:ext cx="303174" cy="369332"/>
              </a:xfrm>
              <a:prstGeom prst="rect">
                <a:avLst/>
              </a:prstGeom>
              <a:blipFill>
                <a:blip r:embed="rId41"/>
                <a:stretch>
                  <a:fillRect r="-8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808366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thello template">
  <a:themeElements>
    <a:clrScheme name="CloudySky">
      <a:dk1>
        <a:srgbClr val="222222"/>
      </a:dk1>
      <a:lt1>
        <a:srgbClr val="FFFFFF"/>
      </a:lt1>
      <a:dk2>
        <a:srgbClr val="8B8B8B"/>
      </a:dk2>
      <a:lt2>
        <a:srgbClr val="F3F3F3"/>
      </a:lt2>
      <a:accent1>
        <a:srgbClr val="0099CC"/>
      </a:accent1>
      <a:accent2>
        <a:srgbClr val="67757E"/>
      </a:accent2>
      <a:accent3>
        <a:srgbClr val="1B1D4B"/>
      </a:accent3>
      <a:accent4>
        <a:srgbClr val="D07B17"/>
      </a:accent4>
      <a:accent5>
        <a:srgbClr val="6F0D4D"/>
      </a:accent5>
      <a:accent6>
        <a:srgbClr val="0D9276"/>
      </a:accent6>
      <a:hlink>
        <a:srgbClr val="A8122A"/>
      </a:hlink>
      <a:folHlink>
        <a:srgbClr val="226BBC"/>
      </a:folHlink>
    </a:clrScheme>
    <a:fontScheme name="CloudinessEnergyBalance">
      <a:majorFont>
        <a:latin typeface="Merriweather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>
              <a:lumMod val="50000"/>
            </a:schemeClr>
          </a:solidFill>
        </a:ln>
      </a:spPr>
      <a:bodyPr rtlCol="0" anchor="ctr"/>
      <a:lstStyle>
        <a:defPPr algn="ctr">
          <a:defRPr sz="18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14792</TotalTime>
  <Words>317</Words>
  <Application>Microsoft Office PowerPoint</Application>
  <PresentationFormat>Widescreen</PresentationFormat>
  <Paragraphs>93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Cambria Math</vt:lpstr>
      <vt:lpstr>Merriweather</vt:lpstr>
      <vt:lpstr>Raleway</vt:lpstr>
      <vt:lpstr>Othello template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 Datseris</dc:creator>
  <cp:lastModifiedBy>Datseris, George</cp:lastModifiedBy>
  <cp:revision>794</cp:revision>
  <dcterms:created xsi:type="dcterms:W3CDTF">2022-01-15T08:27:37Z</dcterms:created>
  <dcterms:modified xsi:type="dcterms:W3CDTF">2026-02-10T11:19:54Z</dcterms:modified>
</cp:coreProperties>
</file>